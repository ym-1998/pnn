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7380288" cy="6300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283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522" y="1031171"/>
            <a:ext cx="6273245" cy="2193608"/>
          </a:xfrm>
        </p:spPr>
        <p:txBody>
          <a:bodyPr anchor="b"/>
          <a:lstStyle>
            <a:lvl1pPr algn="ctr">
              <a:defRPr sz="48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3309373"/>
            <a:ext cx="5535216" cy="1521231"/>
          </a:xfrm>
        </p:spPr>
        <p:txBody>
          <a:bodyPr/>
          <a:lstStyle>
            <a:lvl1pPr marL="0" indent="0" algn="ctr">
              <a:buNone/>
              <a:defRPr sz="1937"/>
            </a:lvl1pPr>
            <a:lvl2pPr marL="369006" indent="0" algn="ctr">
              <a:buNone/>
              <a:defRPr sz="1614"/>
            </a:lvl2pPr>
            <a:lvl3pPr marL="738012" indent="0" algn="ctr">
              <a:buNone/>
              <a:defRPr sz="1453"/>
            </a:lvl3pPr>
            <a:lvl4pPr marL="1107018" indent="0" algn="ctr">
              <a:buNone/>
              <a:defRPr sz="1291"/>
            </a:lvl4pPr>
            <a:lvl5pPr marL="1476024" indent="0" algn="ctr">
              <a:buNone/>
              <a:defRPr sz="1291"/>
            </a:lvl5pPr>
            <a:lvl6pPr marL="1845031" indent="0" algn="ctr">
              <a:buNone/>
              <a:defRPr sz="1291"/>
            </a:lvl6pPr>
            <a:lvl7pPr marL="2214037" indent="0" algn="ctr">
              <a:buNone/>
              <a:defRPr sz="1291"/>
            </a:lvl7pPr>
            <a:lvl8pPr marL="2583043" indent="0" algn="ctr">
              <a:buNone/>
              <a:defRPr sz="1291"/>
            </a:lvl8pPr>
            <a:lvl9pPr marL="2952049" indent="0" algn="ctr">
              <a:buNone/>
              <a:defRPr sz="129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38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77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2" y="1570823"/>
            <a:ext cx="6365498" cy="2620952"/>
          </a:xfrm>
        </p:spPr>
        <p:txBody>
          <a:bodyPr anchor="b"/>
          <a:lstStyle>
            <a:lvl1pPr>
              <a:defRPr sz="48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2" y="4216571"/>
            <a:ext cx="6365498" cy="1378297"/>
          </a:xfrm>
        </p:spPr>
        <p:txBody>
          <a:bodyPr/>
          <a:lstStyle>
            <a:lvl1pPr marL="0" indent="0">
              <a:buNone/>
              <a:defRPr sz="1937">
                <a:solidFill>
                  <a:schemeClr val="tx1"/>
                </a:solidFill>
              </a:defRPr>
            </a:lvl1pPr>
            <a:lvl2pPr marL="369006" indent="0">
              <a:buNone/>
              <a:defRPr sz="1614">
                <a:solidFill>
                  <a:schemeClr val="tx1">
                    <a:tint val="75000"/>
                  </a:schemeClr>
                </a:solidFill>
              </a:defRPr>
            </a:lvl2pPr>
            <a:lvl3pPr marL="738012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3pPr>
            <a:lvl4pPr marL="1107018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4pPr>
            <a:lvl5pPr marL="1476024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5pPr>
            <a:lvl6pPr marL="1845031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6pPr>
            <a:lvl7pPr marL="2214037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7pPr>
            <a:lvl8pPr marL="2583043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8pPr>
            <a:lvl9pPr marL="2952049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2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1677293"/>
            <a:ext cx="3136622" cy="39977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1677293"/>
            <a:ext cx="3136622" cy="39977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2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35460"/>
            <a:ext cx="6365498" cy="12178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1544569"/>
            <a:ext cx="3122207" cy="756969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2301538"/>
            <a:ext cx="3122207" cy="33852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1544569"/>
            <a:ext cx="3137584" cy="756969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2301538"/>
            <a:ext cx="3137584" cy="33852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00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012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40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420052"/>
            <a:ext cx="2380335" cy="1470184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907198"/>
            <a:ext cx="3736271" cy="4477643"/>
          </a:xfrm>
        </p:spPr>
        <p:txBody>
          <a:bodyPr/>
          <a:lstStyle>
            <a:lvl1pPr>
              <a:defRPr sz="2583"/>
            </a:lvl1pPr>
            <a:lvl2pPr>
              <a:defRPr sz="2260"/>
            </a:lvl2pPr>
            <a:lvl3pPr>
              <a:defRPr sz="1937"/>
            </a:lvl3pPr>
            <a:lvl4pPr>
              <a:defRPr sz="1614"/>
            </a:lvl4pPr>
            <a:lvl5pPr>
              <a:defRPr sz="1614"/>
            </a:lvl5pPr>
            <a:lvl6pPr>
              <a:defRPr sz="1614"/>
            </a:lvl6pPr>
            <a:lvl7pPr>
              <a:defRPr sz="1614"/>
            </a:lvl7pPr>
            <a:lvl8pPr>
              <a:defRPr sz="1614"/>
            </a:lvl8pPr>
            <a:lvl9pPr>
              <a:defRPr sz="161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890236"/>
            <a:ext cx="2380335" cy="3501897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31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420052"/>
            <a:ext cx="2380335" cy="1470184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907198"/>
            <a:ext cx="3736271" cy="4477643"/>
          </a:xfrm>
        </p:spPr>
        <p:txBody>
          <a:bodyPr anchor="t"/>
          <a:lstStyle>
            <a:lvl1pPr marL="0" indent="0">
              <a:buNone/>
              <a:defRPr sz="2583"/>
            </a:lvl1pPr>
            <a:lvl2pPr marL="369006" indent="0">
              <a:buNone/>
              <a:defRPr sz="2260"/>
            </a:lvl2pPr>
            <a:lvl3pPr marL="738012" indent="0">
              <a:buNone/>
              <a:defRPr sz="1937"/>
            </a:lvl3pPr>
            <a:lvl4pPr marL="1107018" indent="0">
              <a:buNone/>
              <a:defRPr sz="1614"/>
            </a:lvl4pPr>
            <a:lvl5pPr marL="1476024" indent="0">
              <a:buNone/>
              <a:defRPr sz="1614"/>
            </a:lvl5pPr>
            <a:lvl6pPr marL="1845031" indent="0">
              <a:buNone/>
              <a:defRPr sz="1614"/>
            </a:lvl6pPr>
            <a:lvl7pPr marL="2214037" indent="0">
              <a:buNone/>
              <a:defRPr sz="1614"/>
            </a:lvl7pPr>
            <a:lvl8pPr marL="2583043" indent="0">
              <a:buNone/>
              <a:defRPr sz="1614"/>
            </a:lvl8pPr>
            <a:lvl9pPr marL="2952049" indent="0">
              <a:buNone/>
              <a:defRPr sz="161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890236"/>
            <a:ext cx="2380335" cy="3501897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99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30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9" y="335458"/>
            <a:ext cx="1591375" cy="533962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335458"/>
            <a:ext cx="4681870" cy="533962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0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335460"/>
            <a:ext cx="6365498" cy="1217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1677293"/>
            <a:ext cx="6365498" cy="3997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5839898"/>
            <a:ext cx="1660565" cy="3354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90C39-1267-4E18-9065-A72A0D4E131F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5839898"/>
            <a:ext cx="2490847" cy="3354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5839898"/>
            <a:ext cx="1660565" cy="3354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E99EB-A2CE-4035-AE20-76F91B6A64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50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38012" rtl="0" eaLnBrk="1" latinLnBrk="0" hangingPunct="1">
        <a:lnSpc>
          <a:spcPct val="90000"/>
        </a:lnSpc>
        <a:spcBef>
          <a:spcPct val="0"/>
        </a:spcBef>
        <a:buNone/>
        <a:defRPr sz="3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03" indent="-184503" algn="l" defTabSz="738012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0" kern="1200">
          <a:solidFill>
            <a:schemeClr val="tx1"/>
          </a:solidFill>
          <a:latin typeface="+mn-lt"/>
          <a:ea typeface="+mn-ea"/>
          <a:cs typeface="+mn-cs"/>
        </a:defRPr>
      </a:lvl1pPr>
      <a:lvl2pPr marL="553509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22515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4" kern="1200">
          <a:solidFill>
            <a:schemeClr val="tx1"/>
          </a:solidFill>
          <a:latin typeface="+mn-lt"/>
          <a:ea typeface="+mn-ea"/>
          <a:cs typeface="+mn-cs"/>
        </a:defRPr>
      </a:lvl3pPr>
      <a:lvl4pPr marL="1291521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660528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2029534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398540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767546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3136552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1pPr>
      <a:lvl2pPr marL="369006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2pPr>
      <a:lvl3pPr marL="738012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3pPr>
      <a:lvl4pPr marL="1107018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476024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1845031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214037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583043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2952049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6B51319-B868-E310-108F-80C8EA92F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07" y="2398691"/>
            <a:ext cx="353673" cy="353673"/>
          </a:xfrm>
          <a:prstGeom prst="rect">
            <a:avLst/>
          </a:prstGeom>
        </p:spPr>
      </p:pic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D5681E22-54CE-3816-6976-27604605E5B7}"/>
              </a:ext>
            </a:extLst>
          </p:cNvPr>
          <p:cNvCxnSpPr>
            <a:cxnSpLocks/>
          </p:cNvCxnSpPr>
          <p:nvPr/>
        </p:nvCxnSpPr>
        <p:spPr>
          <a:xfrm>
            <a:off x="1318294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lowchart: Connector 11">
            <a:extLst>
              <a:ext uri="{FF2B5EF4-FFF2-40B4-BE49-F238E27FC236}">
                <a16:creationId xmlns:a16="http://schemas.microsoft.com/office/drawing/2014/main" id="{389E892C-A622-5828-30D7-CCF61BECA3F8}"/>
              </a:ext>
            </a:extLst>
          </p:cNvPr>
          <p:cNvSpPr/>
          <p:nvPr/>
        </p:nvSpPr>
        <p:spPr>
          <a:xfrm>
            <a:off x="1261144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B2242106-E4CE-7D86-3816-B91CC61829A5}"/>
              </a:ext>
            </a:extLst>
          </p:cNvPr>
          <p:cNvCxnSpPr>
            <a:cxnSpLocks/>
          </p:cNvCxnSpPr>
          <p:nvPr/>
        </p:nvCxnSpPr>
        <p:spPr>
          <a:xfrm>
            <a:off x="1661194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chart: Connector 14">
            <a:extLst>
              <a:ext uri="{FF2B5EF4-FFF2-40B4-BE49-F238E27FC236}">
                <a16:creationId xmlns:a16="http://schemas.microsoft.com/office/drawing/2014/main" id="{AF806FEE-BA00-D95F-51B4-F35583C5A810}"/>
              </a:ext>
            </a:extLst>
          </p:cNvPr>
          <p:cNvSpPr/>
          <p:nvPr/>
        </p:nvSpPr>
        <p:spPr>
          <a:xfrm>
            <a:off x="1604044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197B7080-BA2B-7BB5-CF38-BBD2C42E909E}"/>
              </a:ext>
            </a:extLst>
          </p:cNvPr>
          <p:cNvCxnSpPr>
            <a:cxnSpLocks/>
          </p:cNvCxnSpPr>
          <p:nvPr/>
        </p:nvCxnSpPr>
        <p:spPr>
          <a:xfrm>
            <a:off x="1991702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16">
            <a:extLst>
              <a:ext uri="{FF2B5EF4-FFF2-40B4-BE49-F238E27FC236}">
                <a16:creationId xmlns:a16="http://schemas.microsoft.com/office/drawing/2014/main" id="{18D9846D-5EF0-7D28-2FAF-0C0E5870482B}"/>
              </a:ext>
            </a:extLst>
          </p:cNvPr>
          <p:cNvSpPr/>
          <p:nvPr/>
        </p:nvSpPr>
        <p:spPr>
          <a:xfrm>
            <a:off x="1934552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17">
            <a:extLst>
              <a:ext uri="{FF2B5EF4-FFF2-40B4-BE49-F238E27FC236}">
                <a16:creationId xmlns:a16="http://schemas.microsoft.com/office/drawing/2014/main" id="{A962DDA6-2F25-223C-AFA1-3DDC313F9EA3}"/>
              </a:ext>
            </a:extLst>
          </p:cNvPr>
          <p:cNvCxnSpPr>
            <a:cxnSpLocks/>
          </p:cNvCxnSpPr>
          <p:nvPr/>
        </p:nvCxnSpPr>
        <p:spPr>
          <a:xfrm>
            <a:off x="2277452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20">
            <a:extLst>
              <a:ext uri="{FF2B5EF4-FFF2-40B4-BE49-F238E27FC236}">
                <a16:creationId xmlns:a16="http://schemas.microsoft.com/office/drawing/2014/main" id="{8FD8F619-AB07-7EAB-508C-FB715816C15E}"/>
              </a:ext>
            </a:extLst>
          </p:cNvPr>
          <p:cNvSpPr/>
          <p:nvPr/>
        </p:nvSpPr>
        <p:spPr>
          <a:xfrm>
            <a:off x="2220302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5A487466-4812-517E-15A6-72E11D17FDC2}"/>
              </a:ext>
            </a:extLst>
          </p:cNvPr>
          <p:cNvCxnSpPr>
            <a:cxnSpLocks/>
          </p:cNvCxnSpPr>
          <p:nvPr/>
        </p:nvCxnSpPr>
        <p:spPr>
          <a:xfrm>
            <a:off x="2599083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59">
            <a:extLst>
              <a:ext uri="{FF2B5EF4-FFF2-40B4-BE49-F238E27FC236}">
                <a16:creationId xmlns:a16="http://schemas.microsoft.com/office/drawing/2014/main" id="{3D01EB82-B703-324B-952C-48AC83159C48}"/>
              </a:ext>
            </a:extLst>
          </p:cNvPr>
          <p:cNvSpPr/>
          <p:nvPr/>
        </p:nvSpPr>
        <p:spPr>
          <a:xfrm>
            <a:off x="2541933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85">
            <a:extLst>
              <a:ext uri="{FF2B5EF4-FFF2-40B4-BE49-F238E27FC236}">
                <a16:creationId xmlns:a16="http://schemas.microsoft.com/office/drawing/2014/main" id="{4296997C-A83E-07E2-125B-1D62CADBC12F}"/>
              </a:ext>
            </a:extLst>
          </p:cNvPr>
          <p:cNvCxnSpPr>
            <a:cxnSpLocks/>
          </p:cNvCxnSpPr>
          <p:nvPr/>
        </p:nvCxnSpPr>
        <p:spPr>
          <a:xfrm>
            <a:off x="2920714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86">
            <a:extLst>
              <a:ext uri="{FF2B5EF4-FFF2-40B4-BE49-F238E27FC236}">
                <a16:creationId xmlns:a16="http://schemas.microsoft.com/office/drawing/2014/main" id="{05F52C98-7271-D907-54EE-C1068CADB82A}"/>
              </a:ext>
            </a:extLst>
          </p:cNvPr>
          <p:cNvSpPr/>
          <p:nvPr/>
        </p:nvSpPr>
        <p:spPr>
          <a:xfrm>
            <a:off x="2863564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87">
            <a:extLst>
              <a:ext uri="{FF2B5EF4-FFF2-40B4-BE49-F238E27FC236}">
                <a16:creationId xmlns:a16="http://schemas.microsoft.com/office/drawing/2014/main" id="{4E1F7D42-CE24-1F1A-82AF-FC8E5620F225}"/>
              </a:ext>
            </a:extLst>
          </p:cNvPr>
          <p:cNvCxnSpPr>
            <a:cxnSpLocks/>
          </p:cNvCxnSpPr>
          <p:nvPr/>
        </p:nvCxnSpPr>
        <p:spPr>
          <a:xfrm>
            <a:off x="3217932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88">
            <a:extLst>
              <a:ext uri="{FF2B5EF4-FFF2-40B4-BE49-F238E27FC236}">
                <a16:creationId xmlns:a16="http://schemas.microsoft.com/office/drawing/2014/main" id="{1DA59DFD-2A65-1A52-04BD-2F7FD1D20C0C}"/>
              </a:ext>
            </a:extLst>
          </p:cNvPr>
          <p:cNvSpPr/>
          <p:nvPr/>
        </p:nvSpPr>
        <p:spPr>
          <a:xfrm>
            <a:off x="3176022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18" name="Straight Connector 196">
            <a:extLst>
              <a:ext uri="{FF2B5EF4-FFF2-40B4-BE49-F238E27FC236}">
                <a16:creationId xmlns:a16="http://schemas.microsoft.com/office/drawing/2014/main" id="{AFA0CDA1-FA1A-2A9B-73A8-261BDFEA5135}"/>
              </a:ext>
            </a:extLst>
          </p:cNvPr>
          <p:cNvCxnSpPr>
            <a:cxnSpLocks/>
          </p:cNvCxnSpPr>
          <p:nvPr/>
        </p:nvCxnSpPr>
        <p:spPr>
          <a:xfrm>
            <a:off x="3560832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owchart: Connector 197">
            <a:extLst>
              <a:ext uri="{FF2B5EF4-FFF2-40B4-BE49-F238E27FC236}">
                <a16:creationId xmlns:a16="http://schemas.microsoft.com/office/drawing/2014/main" id="{B9357BB0-DA80-7BF6-DA62-782B7AC976C3}"/>
              </a:ext>
            </a:extLst>
          </p:cNvPr>
          <p:cNvSpPr/>
          <p:nvPr/>
        </p:nvSpPr>
        <p:spPr>
          <a:xfrm>
            <a:off x="3503682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8">
            <a:extLst>
              <a:ext uri="{FF2B5EF4-FFF2-40B4-BE49-F238E27FC236}">
                <a16:creationId xmlns:a16="http://schemas.microsoft.com/office/drawing/2014/main" id="{4F234392-BEE3-43E8-3F59-B69B10606BF0}"/>
              </a:ext>
            </a:extLst>
          </p:cNvPr>
          <p:cNvCxnSpPr>
            <a:cxnSpLocks/>
          </p:cNvCxnSpPr>
          <p:nvPr/>
        </p:nvCxnSpPr>
        <p:spPr>
          <a:xfrm>
            <a:off x="3891340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199">
            <a:extLst>
              <a:ext uri="{FF2B5EF4-FFF2-40B4-BE49-F238E27FC236}">
                <a16:creationId xmlns:a16="http://schemas.microsoft.com/office/drawing/2014/main" id="{4D2EF9D8-D8A8-0AAD-4C28-0E5F88737B37}"/>
              </a:ext>
            </a:extLst>
          </p:cNvPr>
          <p:cNvSpPr/>
          <p:nvPr/>
        </p:nvSpPr>
        <p:spPr>
          <a:xfrm>
            <a:off x="3834190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00">
            <a:extLst>
              <a:ext uri="{FF2B5EF4-FFF2-40B4-BE49-F238E27FC236}">
                <a16:creationId xmlns:a16="http://schemas.microsoft.com/office/drawing/2014/main" id="{AA24252C-3823-EB32-204F-F4D4A09B4435}"/>
              </a:ext>
            </a:extLst>
          </p:cNvPr>
          <p:cNvCxnSpPr>
            <a:cxnSpLocks/>
          </p:cNvCxnSpPr>
          <p:nvPr/>
        </p:nvCxnSpPr>
        <p:spPr>
          <a:xfrm>
            <a:off x="4177090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owchart: Connector 202">
            <a:extLst>
              <a:ext uri="{FF2B5EF4-FFF2-40B4-BE49-F238E27FC236}">
                <a16:creationId xmlns:a16="http://schemas.microsoft.com/office/drawing/2014/main" id="{F41533BF-9626-69BC-2144-D58807F9EC6E}"/>
              </a:ext>
            </a:extLst>
          </p:cNvPr>
          <p:cNvSpPr/>
          <p:nvPr/>
        </p:nvSpPr>
        <p:spPr>
          <a:xfrm>
            <a:off x="4119940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03">
            <a:extLst>
              <a:ext uri="{FF2B5EF4-FFF2-40B4-BE49-F238E27FC236}">
                <a16:creationId xmlns:a16="http://schemas.microsoft.com/office/drawing/2014/main" id="{626FE112-266A-BB3F-8B7D-0FDC04F33A64}"/>
              </a:ext>
            </a:extLst>
          </p:cNvPr>
          <p:cNvCxnSpPr>
            <a:cxnSpLocks/>
          </p:cNvCxnSpPr>
          <p:nvPr/>
        </p:nvCxnSpPr>
        <p:spPr>
          <a:xfrm>
            <a:off x="4498721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11">
            <a:extLst>
              <a:ext uri="{FF2B5EF4-FFF2-40B4-BE49-F238E27FC236}">
                <a16:creationId xmlns:a16="http://schemas.microsoft.com/office/drawing/2014/main" id="{B6BFB2C8-90C0-4313-499B-71D85EE534A0}"/>
              </a:ext>
            </a:extLst>
          </p:cNvPr>
          <p:cNvSpPr/>
          <p:nvPr/>
        </p:nvSpPr>
        <p:spPr>
          <a:xfrm>
            <a:off x="4441571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12">
            <a:extLst>
              <a:ext uri="{FF2B5EF4-FFF2-40B4-BE49-F238E27FC236}">
                <a16:creationId xmlns:a16="http://schemas.microsoft.com/office/drawing/2014/main" id="{F6137B02-4221-C5D0-9BE5-1215AB781DD0}"/>
              </a:ext>
            </a:extLst>
          </p:cNvPr>
          <p:cNvCxnSpPr>
            <a:cxnSpLocks/>
          </p:cNvCxnSpPr>
          <p:nvPr/>
        </p:nvCxnSpPr>
        <p:spPr>
          <a:xfrm>
            <a:off x="4820352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chart: Connector 213">
            <a:extLst>
              <a:ext uri="{FF2B5EF4-FFF2-40B4-BE49-F238E27FC236}">
                <a16:creationId xmlns:a16="http://schemas.microsoft.com/office/drawing/2014/main" id="{24D95F1B-E34D-E481-EE76-2A24032B84B8}"/>
              </a:ext>
            </a:extLst>
          </p:cNvPr>
          <p:cNvSpPr/>
          <p:nvPr/>
        </p:nvSpPr>
        <p:spPr>
          <a:xfrm>
            <a:off x="4763202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15">
            <a:extLst>
              <a:ext uri="{FF2B5EF4-FFF2-40B4-BE49-F238E27FC236}">
                <a16:creationId xmlns:a16="http://schemas.microsoft.com/office/drawing/2014/main" id="{66DB29BB-6C04-BF30-1367-359849D760F2}"/>
              </a:ext>
            </a:extLst>
          </p:cNvPr>
          <p:cNvCxnSpPr>
            <a:cxnSpLocks/>
          </p:cNvCxnSpPr>
          <p:nvPr/>
        </p:nvCxnSpPr>
        <p:spPr>
          <a:xfrm>
            <a:off x="5118864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16">
            <a:extLst>
              <a:ext uri="{FF2B5EF4-FFF2-40B4-BE49-F238E27FC236}">
                <a16:creationId xmlns:a16="http://schemas.microsoft.com/office/drawing/2014/main" id="{C5C3E6EB-1A2F-7A4A-572E-10E8E0826361}"/>
              </a:ext>
            </a:extLst>
          </p:cNvPr>
          <p:cNvSpPr/>
          <p:nvPr/>
        </p:nvSpPr>
        <p:spPr>
          <a:xfrm>
            <a:off x="5061714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17">
            <a:extLst>
              <a:ext uri="{FF2B5EF4-FFF2-40B4-BE49-F238E27FC236}">
                <a16:creationId xmlns:a16="http://schemas.microsoft.com/office/drawing/2014/main" id="{60A2BDE6-C0A2-4B2E-C93D-550DF1218E79}"/>
              </a:ext>
            </a:extLst>
          </p:cNvPr>
          <p:cNvCxnSpPr>
            <a:cxnSpLocks/>
          </p:cNvCxnSpPr>
          <p:nvPr/>
        </p:nvCxnSpPr>
        <p:spPr>
          <a:xfrm>
            <a:off x="5461764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chart: Connector 218">
            <a:extLst>
              <a:ext uri="{FF2B5EF4-FFF2-40B4-BE49-F238E27FC236}">
                <a16:creationId xmlns:a16="http://schemas.microsoft.com/office/drawing/2014/main" id="{8D68C647-82C6-F18F-C410-49DFC0FE250A}"/>
              </a:ext>
            </a:extLst>
          </p:cNvPr>
          <p:cNvSpPr/>
          <p:nvPr/>
        </p:nvSpPr>
        <p:spPr>
          <a:xfrm>
            <a:off x="5404614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219">
            <a:extLst>
              <a:ext uri="{FF2B5EF4-FFF2-40B4-BE49-F238E27FC236}">
                <a16:creationId xmlns:a16="http://schemas.microsoft.com/office/drawing/2014/main" id="{87C37964-6070-B478-3E42-96074421B8A0}"/>
              </a:ext>
            </a:extLst>
          </p:cNvPr>
          <p:cNvCxnSpPr>
            <a:cxnSpLocks/>
          </p:cNvCxnSpPr>
          <p:nvPr/>
        </p:nvCxnSpPr>
        <p:spPr>
          <a:xfrm>
            <a:off x="5792272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chart: Connector 220">
            <a:extLst>
              <a:ext uri="{FF2B5EF4-FFF2-40B4-BE49-F238E27FC236}">
                <a16:creationId xmlns:a16="http://schemas.microsoft.com/office/drawing/2014/main" id="{15E94D73-324B-1324-40EC-0B3FAC2FBE3C}"/>
              </a:ext>
            </a:extLst>
          </p:cNvPr>
          <p:cNvSpPr/>
          <p:nvPr/>
        </p:nvSpPr>
        <p:spPr>
          <a:xfrm>
            <a:off x="5735122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221">
            <a:extLst>
              <a:ext uri="{FF2B5EF4-FFF2-40B4-BE49-F238E27FC236}">
                <a16:creationId xmlns:a16="http://schemas.microsoft.com/office/drawing/2014/main" id="{E0210116-0CBF-4A4C-9242-3C821FA19C57}"/>
              </a:ext>
            </a:extLst>
          </p:cNvPr>
          <p:cNvCxnSpPr>
            <a:cxnSpLocks/>
          </p:cNvCxnSpPr>
          <p:nvPr/>
        </p:nvCxnSpPr>
        <p:spPr>
          <a:xfrm>
            <a:off x="6078022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chart: Connector 222">
            <a:extLst>
              <a:ext uri="{FF2B5EF4-FFF2-40B4-BE49-F238E27FC236}">
                <a16:creationId xmlns:a16="http://schemas.microsoft.com/office/drawing/2014/main" id="{5B472FEC-519F-6FD0-111C-30FCE1A811B2}"/>
              </a:ext>
            </a:extLst>
          </p:cNvPr>
          <p:cNvSpPr/>
          <p:nvPr/>
        </p:nvSpPr>
        <p:spPr>
          <a:xfrm>
            <a:off x="6020872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225">
            <a:extLst>
              <a:ext uri="{FF2B5EF4-FFF2-40B4-BE49-F238E27FC236}">
                <a16:creationId xmlns:a16="http://schemas.microsoft.com/office/drawing/2014/main" id="{3B818948-B3BA-4EDC-00CE-47E8671557CE}"/>
              </a:ext>
            </a:extLst>
          </p:cNvPr>
          <p:cNvCxnSpPr>
            <a:cxnSpLocks/>
          </p:cNvCxnSpPr>
          <p:nvPr/>
        </p:nvCxnSpPr>
        <p:spPr>
          <a:xfrm>
            <a:off x="6399653" y="292691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229">
            <a:extLst>
              <a:ext uri="{FF2B5EF4-FFF2-40B4-BE49-F238E27FC236}">
                <a16:creationId xmlns:a16="http://schemas.microsoft.com/office/drawing/2014/main" id="{106C20BA-233D-EF8B-33CC-B81484636861}"/>
              </a:ext>
            </a:extLst>
          </p:cNvPr>
          <p:cNvSpPr/>
          <p:nvPr/>
        </p:nvSpPr>
        <p:spPr>
          <a:xfrm>
            <a:off x="6342503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232">
            <a:extLst>
              <a:ext uri="{FF2B5EF4-FFF2-40B4-BE49-F238E27FC236}">
                <a16:creationId xmlns:a16="http://schemas.microsoft.com/office/drawing/2014/main" id="{F6047864-7542-65AD-BC44-726930AFF427}"/>
              </a:ext>
            </a:extLst>
          </p:cNvPr>
          <p:cNvSpPr/>
          <p:nvPr/>
        </p:nvSpPr>
        <p:spPr>
          <a:xfrm>
            <a:off x="6672600" y="289358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233">
            <a:extLst>
              <a:ext uri="{FF2B5EF4-FFF2-40B4-BE49-F238E27FC236}">
                <a16:creationId xmlns:a16="http://schemas.microsoft.com/office/drawing/2014/main" id="{4CD4A700-9A7A-DE44-086B-7DB78C5FD31B}"/>
              </a:ext>
            </a:extLst>
          </p:cNvPr>
          <p:cNvCxnSpPr>
            <a:cxnSpLocks/>
          </p:cNvCxnSpPr>
          <p:nvPr/>
        </p:nvCxnSpPr>
        <p:spPr>
          <a:xfrm>
            <a:off x="1658792" y="2511145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chart: Connector 234">
            <a:extLst>
              <a:ext uri="{FF2B5EF4-FFF2-40B4-BE49-F238E27FC236}">
                <a16:creationId xmlns:a16="http://schemas.microsoft.com/office/drawing/2014/main" id="{0772E54D-C6A7-796E-4ACD-F2A9703C287F}"/>
              </a:ext>
            </a:extLst>
          </p:cNvPr>
          <p:cNvSpPr/>
          <p:nvPr/>
        </p:nvSpPr>
        <p:spPr>
          <a:xfrm>
            <a:off x="1601642" y="2477811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235">
            <a:extLst>
              <a:ext uri="{FF2B5EF4-FFF2-40B4-BE49-F238E27FC236}">
                <a16:creationId xmlns:a16="http://schemas.microsoft.com/office/drawing/2014/main" id="{D3C36E2F-A215-D32E-CE45-7997948C2015}"/>
              </a:ext>
            </a:extLst>
          </p:cNvPr>
          <p:cNvCxnSpPr>
            <a:cxnSpLocks/>
          </p:cNvCxnSpPr>
          <p:nvPr/>
        </p:nvCxnSpPr>
        <p:spPr>
          <a:xfrm>
            <a:off x="1944542" y="2511145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Connector 237">
            <a:extLst>
              <a:ext uri="{FF2B5EF4-FFF2-40B4-BE49-F238E27FC236}">
                <a16:creationId xmlns:a16="http://schemas.microsoft.com/office/drawing/2014/main" id="{2AEFD064-516C-E937-CE27-02FBEE717D07}"/>
              </a:ext>
            </a:extLst>
          </p:cNvPr>
          <p:cNvSpPr/>
          <p:nvPr/>
        </p:nvSpPr>
        <p:spPr>
          <a:xfrm>
            <a:off x="1887392" y="2477811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238">
            <a:extLst>
              <a:ext uri="{FF2B5EF4-FFF2-40B4-BE49-F238E27FC236}">
                <a16:creationId xmlns:a16="http://schemas.microsoft.com/office/drawing/2014/main" id="{5D8E11A4-CBC3-2BC8-E3C4-CEC6AD40252D}"/>
              </a:ext>
            </a:extLst>
          </p:cNvPr>
          <p:cNvCxnSpPr>
            <a:cxnSpLocks/>
          </p:cNvCxnSpPr>
          <p:nvPr/>
        </p:nvCxnSpPr>
        <p:spPr>
          <a:xfrm>
            <a:off x="2266173" y="2511145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chart: Connector 244">
            <a:extLst>
              <a:ext uri="{FF2B5EF4-FFF2-40B4-BE49-F238E27FC236}">
                <a16:creationId xmlns:a16="http://schemas.microsoft.com/office/drawing/2014/main" id="{C468CF36-C8DA-2045-6A26-7A2F4BBC81D2}"/>
              </a:ext>
            </a:extLst>
          </p:cNvPr>
          <p:cNvSpPr/>
          <p:nvPr/>
        </p:nvSpPr>
        <p:spPr>
          <a:xfrm>
            <a:off x="2209023" y="2477811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Connector 247">
            <a:extLst>
              <a:ext uri="{FF2B5EF4-FFF2-40B4-BE49-F238E27FC236}">
                <a16:creationId xmlns:a16="http://schemas.microsoft.com/office/drawing/2014/main" id="{0C562BA8-FC03-2DAB-4B0C-2E288908F5EB}"/>
              </a:ext>
            </a:extLst>
          </p:cNvPr>
          <p:cNvSpPr/>
          <p:nvPr/>
        </p:nvSpPr>
        <p:spPr>
          <a:xfrm>
            <a:off x="2530654" y="2477811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248">
            <a:extLst>
              <a:ext uri="{FF2B5EF4-FFF2-40B4-BE49-F238E27FC236}">
                <a16:creationId xmlns:a16="http://schemas.microsoft.com/office/drawing/2014/main" id="{D7EE0923-C62B-B6D4-6CE6-779452786F73}"/>
              </a:ext>
            </a:extLst>
          </p:cNvPr>
          <p:cNvCxnSpPr>
            <a:cxnSpLocks/>
            <a:endCxn id="7" idx="4"/>
          </p:cNvCxnSpPr>
          <p:nvPr/>
        </p:nvCxnSpPr>
        <p:spPr>
          <a:xfrm>
            <a:off x="1628737" y="2544479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251">
            <a:extLst>
              <a:ext uri="{FF2B5EF4-FFF2-40B4-BE49-F238E27FC236}">
                <a16:creationId xmlns:a16="http://schemas.microsoft.com/office/drawing/2014/main" id="{1DCEB730-C3BE-990F-0E98-6E3927041614}"/>
              </a:ext>
            </a:extLst>
          </p:cNvPr>
          <p:cNvCxnSpPr>
            <a:cxnSpLocks/>
          </p:cNvCxnSpPr>
          <p:nvPr/>
        </p:nvCxnSpPr>
        <p:spPr>
          <a:xfrm>
            <a:off x="2892737" y="345735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252">
            <a:extLst>
              <a:ext uri="{FF2B5EF4-FFF2-40B4-BE49-F238E27FC236}">
                <a16:creationId xmlns:a16="http://schemas.microsoft.com/office/drawing/2014/main" id="{2D6A2B77-547A-F381-A3D0-F29E77D1A49A}"/>
              </a:ext>
            </a:extLst>
          </p:cNvPr>
          <p:cNvSpPr/>
          <p:nvPr/>
        </p:nvSpPr>
        <p:spPr>
          <a:xfrm>
            <a:off x="2855907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253">
            <a:extLst>
              <a:ext uri="{FF2B5EF4-FFF2-40B4-BE49-F238E27FC236}">
                <a16:creationId xmlns:a16="http://schemas.microsoft.com/office/drawing/2014/main" id="{CD6D6E5D-E468-397B-4696-636C296B8FD0}"/>
              </a:ext>
            </a:extLst>
          </p:cNvPr>
          <p:cNvCxnSpPr>
            <a:cxnSpLocks/>
          </p:cNvCxnSpPr>
          <p:nvPr/>
        </p:nvCxnSpPr>
        <p:spPr>
          <a:xfrm>
            <a:off x="3224528" y="345735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lowchart: Connector 254">
            <a:extLst>
              <a:ext uri="{FF2B5EF4-FFF2-40B4-BE49-F238E27FC236}">
                <a16:creationId xmlns:a16="http://schemas.microsoft.com/office/drawing/2014/main" id="{97B7B4D7-4DC9-9A1F-5111-99CBF29D05CF}"/>
              </a:ext>
            </a:extLst>
          </p:cNvPr>
          <p:cNvSpPr/>
          <p:nvPr/>
        </p:nvSpPr>
        <p:spPr>
          <a:xfrm>
            <a:off x="3167378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255">
            <a:extLst>
              <a:ext uri="{FF2B5EF4-FFF2-40B4-BE49-F238E27FC236}">
                <a16:creationId xmlns:a16="http://schemas.microsoft.com/office/drawing/2014/main" id="{D6AAA42D-D12B-DD31-7796-8D2A1568252B}"/>
              </a:ext>
            </a:extLst>
          </p:cNvPr>
          <p:cNvCxnSpPr>
            <a:cxnSpLocks/>
          </p:cNvCxnSpPr>
          <p:nvPr/>
        </p:nvCxnSpPr>
        <p:spPr>
          <a:xfrm>
            <a:off x="3523040" y="345735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lowchart: Connector 256">
            <a:extLst>
              <a:ext uri="{FF2B5EF4-FFF2-40B4-BE49-F238E27FC236}">
                <a16:creationId xmlns:a16="http://schemas.microsoft.com/office/drawing/2014/main" id="{97DE7A2C-DD41-F8BE-F1D4-E888CD814519}"/>
              </a:ext>
            </a:extLst>
          </p:cNvPr>
          <p:cNvSpPr/>
          <p:nvPr/>
        </p:nvSpPr>
        <p:spPr>
          <a:xfrm>
            <a:off x="3465890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257">
            <a:extLst>
              <a:ext uri="{FF2B5EF4-FFF2-40B4-BE49-F238E27FC236}">
                <a16:creationId xmlns:a16="http://schemas.microsoft.com/office/drawing/2014/main" id="{65BD7B96-B212-B947-38B3-B689205CE807}"/>
              </a:ext>
            </a:extLst>
          </p:cNvPr>
          <p:cNvCxnSpPr>
            <a:cxnSpLocks/>
          </p:cNvCxnSpPr>
          <p:nvPr/>
        </p:nvCxnSpPr>
        <p:spPr>
          <a:xfrm>
            <a:off x="3865940" y="345735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owchart: Connector 258">
            <a:extLst>
              <a:ext uri="{FF2B5EF4-FFF2-40B4-BE49-F238E27FC236}">
                <a16:creationId xmlns:a16="http://schemas.microsoft.com/office/drawing/2014/main" id="{AB90D3D3-18C5-BDC2-12EB-BCC68B900F32}"/>
              </a:ext>
            </a:extLst>
          </p:cNvPr>
          <p:cNvSpPr/>
          <p:nvPr/>
        </p:nvSpPr>
        <p:spPr>
          <a:xfrm>
            <a:off x="3808790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259">
            <a:extLst>
              <a:ext uri="{FF2B5EF4-FFF2-40B4-BE49-F238E27FC236}">
                <a16:creationId xmlns:a16="http://schemas.microsoft.com/office/drawing/2014/main" id="{C12E4701-72ED-AEDE-9F1A-87456930FB9C}"/>
              </a:ext>
            </a:extLst>
          </p:cNvPr>
          <p:cNvCxnSpPr>
            <a:cxnSpLocks/>
          </p:cNvCxnSpPr>
          <p:nvPr/>
        </p:nvCxnSpPr>
        <p:spPr>
          <a:xfrm>
            <a:off x="4196448" y="345735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lowchart: Connector 260">
            <a:extLst>
              <a:ext uri="{FF2B5EF4-FFF2-40B4-BE49-F238E27FC236}">
                <a16:creationId xmlns:a16="http://schemas.microsoft.com/office/drawing/2014/main" id="{25357D82-7A90-2466-F72B-69BE16E15193}"/>
              </a:ext>
            </a:extLst>
          </p:cNvPr>
          <p:cNvSpPr/>
          <p:nvPr/>
        </p:nvSpPr>
        <p:spPr>
          <a:xfrm>
            <a:off x="4139298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261">
            <a:extLst>
              <a:ext uri="{FF2B5EF4-FFF2-40B4-BE49-F238E27FC236}">
                <a16:creationId xmlns:a16="http://schemas.microsoft.com/office/drawing/2014/main" id="{6B4E04A5-9509-0996-9237-4BEB77483C15}"/>
              </a:ext>
            </a:extLst>
          </p:cNvPr>
          <p:cNvCxnSpPr>
            <a:cxnSpLocks/>
          </p:cNvCxnSpPr>
          <p:nvPr/>
        </p:nvCxnSpPr>
        <p:spPr>
          <a:xfrm>
            <a:off x="4502518" y="345735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lowchart: Connector 262">
            <a:extLst>
              <a:ext uri="{FF2B5EF4-FFF2-40B4-BE49-F238E27FC236}">
                <a16:creationId xmlns:a16="http://schemas.microsoft.com/office/drawing/2014/main" id="{FC1EF902-952D-803B-B31B-AF4D6BAFCA86}"/>
              </a:ext>
            </a:extLst>
          </p:cNvPr>
          <p:cNvSpPr/>
          <p:nvPr/>
        </p:nvSpPr>
        <p:spPr>
          <a:xfrm>
            <a:off x="4445368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268">
            <a:extLst>
              <a:ext uri="{FF2B5EF4-FFF2-40B4-BE49-F238E27FC236}">
                <a16:creationId xmlns:a16="http://schemas.microsoft.com/office/drawing/2014/main" id="{E78D8747-BCDA-5FD5-2BF5-C2700640C3DF}"/>
              </a:ext>
            </a:extLst>
          </p:cNvPr>
          <p:cNvCxnSpPr>
            <a:cxnSpLocks/>
          </p:cNvCxnSpPr>
          <p:nvPr/>
        </p:nvCxnSpPr>
        <p:spPr>
          <a:xfrm>
            <a:off x="4824149" y="345735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lowchart: Connector 270">
            <a:extLst>
              <a:ext uri="{FF2B5EF4-FFF2-40B4-BE49-F238E27FC236}">
                <a16:creationId xmlns:a16="http://schemas.microsoft.com/office/drawing/2014/main" id="{68074351-8DD8-41C8-034C-6D299BA94103}"/>
              </a:ext>
            </a:extLst>
          </p:cNvPr>
          <p:cNvSpPr/>
          <p:nvPr/>
        </p:nvSpPr>
        <p:spPr>
          <a:xfrm>
            <a:off x="4766999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271">
            <a:extLst>
              <a:ext uri="{FF2B5EF4-FFF2-40B4-BE49-F238E27FC236}">
                <a16:creationId xmlns:a16="http://schemas.microsoft.com/office/drawing/2014/main" id="{AF3AD333-EB2B-9706-DC15-4ECBC77A1FD0}"/>
              </a:ext>
            </a:extLst>
          </p:cNvPr>
          <p:cNvSpPr/>
          <p:nvPr/>
        </p:nvSpPr>
        <p:spPr>
          <a:xfrm>
            <a:off x="5088630" y="342401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274">
            <a:extLst>
              <a:ext uri="{FF2B5EF4-FFF2-40B4-BE49-F238E27FC236}">
                <a16:creationId xmlns:a16="http://schemas.microsoft.com/office/drawing/2014/main" id="{FF6EDF11-685B-26AD-2344-0471E1FAC9F9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2883595" y="2960250"/>
            <a:ext cx="8544" cy="5235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288">
            <a:extLst>
              <a:ext uri="{FF2B5EF4-FFF2-40B4-BE49-F238E27FC236}">
                <a16:creationId xmlns:a16="http://schemas.microsoft.com/office/drawing/2014/main" id="{B8A17E01-2002-576A-0333-E37ABC59671C}"/>
              </a:ext>
            </a:extLst>
          </p:cNvPr>
          <p:cNvCxnSpPr>
            <a:cxnSpLocks/>
          </p:cNvCxnSpPr>
          <p:nvPr/>
        </p:nvCxnSpPr>
        <p:spPr>
          <a:xfrm>
            <a:off x="1955080" y="374894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290">
            <a:extLst>
              <a:ext uri="{FF2B5EF4-FFF2-40B4-BE49-F238E27FC236}">
                <a16:creationId xmlns:a16="http://schemas.microsoft.com/office/drawing/2014/main" id="{00608B88-1DEF-6400-32F8-7BEC970184CF}"/>
              </a:ext>
            </a:extLst>
          </p:cNvPr>
          <p:cNvCxnSpPr>
            <a:cxnSpLocks/>
          </p:cNvCxnSpPr>
          <p:nvPr/>
        </p:nvCxnSpPr>
        <p:spPr>
          <a:xfrm>
            <a:off x="2276711" y="3748946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Flowchart: Connector 293">
            <a:extLst>
              <a:ext uri="{FF2B5EF4-FFF2-40B4-BE49-F238E27FC236}">
                <a16:creationId xmlns:a16="http://schemas.microsoft.com/office/drawing/2014/main" id="{B151B97D-678C-A76E-747D-4C88FE0A40E5}"/>
              </a:ext>
            </a:extLst>
          </p:cNvPr>
          <p:cNvSpPr/>
          <p:nvPr/>
        </p:nvSpPr>
        <p:spPr>
          <a:xfrm>
            <a:off x="2219561" y="371561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Flowchart: Connector 294">
            <a:extLst>
              <a:ext uri="{FF2B5EF4-FFF2-40B4-BE49-F238E27FC236}">
                <a16:creationId xmlns:a16="http://schemas.microsoft.com/office/drawing/2014/main" id="{F47F1440-DA49-68F1-023C-AB9059E79E0A}"/>
              </a:ext>
            </a:extLst>
          </p:cNvPr>
          <p:cNvSpPr/>
          <p:nvPr/>
        </p:nvSpPr>
        <p:spPr>
          <a:xfrm>
            <a:off x="2541192" y="371561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296">
            <a:extLst>
              <a:ext uri="{FF2B5EF4-FFF2-40B4-BE49-F238E27FC236}">
                <a16:creationId xmlns:a16="http://schemas.microsoft.com/office/drawing/2014/main" id="{87F3EE0B-E86C-88DC-A0AC-32E20FC7A789}"/>
              </a:ext>
            </a:extLst>
          </p:cNvPr>
          <p:cNvCxnSpPr>
            <a:cxnSpLocks/>
            <a:stCxn id="9" idx="4"/>
            <a:endCxn id="196" idx="0"/>
          </p:cNvCxnSpPr>
          <p:nvPr/>
        </p:nvCxnSpPr>
        <p:spPr>
          <a:xfrm flipH="1">
            <a:off x="1955193" y="2960250"/>
            <a:ext cx="7934" cy="758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Flowchart: Connector 298">
            <a:extLst>
              <a:ext uri="{FF2B5EF4-FFF2-40B4-BE49-F238E27FC236}">
                <a16:creationId xmlns:a16="http://schemas.microsoft.com/office/drawing/2014/main" id="{672E592B-8447-13AE-E88D-2292651CDEBB}"/>
              </a:ext>
            </a:extLst>
          </p:cNvPr>
          <p:cNvSpPr/>
          <p:nvPr/>
        </p:nvSpPr>
        <p:spPr>
          <a:xfrm>
            <a:off x="1926618" y="3718605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310">
            <a:extLst>
              <a:ext uri="{FF2B5EF4-FFF2-40B4-BE49-F238E27FC236}">
                <a16:creationId xmlns:a16="http://schemas.microsoft.com/office/drawing/2014/main" id="{8B8871EC-E2E9-5D1E-6B07-66424EB86D1D}"/>
              </a:ext>
            </a:extLst>
          </p:cNvPr>
          <p:cNvSpPr txBox="1"/>
          <p:nvPr/>
        </p:nvSpPr>
        <p:spPr>
          <a:xfrm>
            <a:off x="1202814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8" name="TextBox 339">
            <a:extLst>
              <a:ext uri="{FF2B5EF4-FFF2-40B4-BE49-F238E27FC236}">
                <a16:creationId xmlns:a16="http://schemas.microsoft.com/office/drawing/2014/main" id="{5CCF9D5F-4648-AE92-3AC8-1EEA1347CDAF}"/>
              </a:ext>
            </a:extLst>
          </p:cNvPr>
          <p:cNvSpPr txBox="1"/>
          <p:nvPr/>
        </p:nvSpPr>
        <p:spPr>
          <a:xfrm>
            <a:off x="1533252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9" name="TextBox 340">
            <a:extLst>
              <a:ext uri="{FF2B5EF4-FFF2-40B4-BE49-F238E27FC236}">
                <a16:creationId xmlns:a16="http://schemas.microsoft.com/office/drawing/2014/main" id="{E142F450-B8B4-AC2D-5AC7-80195626709A}"/>
              </a:ext>
            </a:extLst>
          </p:cNvPr>
          <p:cNvSpPr txBox="1"/>
          <p:nvPr/>
        </p:nvSpPr>
        <p:spPr>
          <a:xfrm>
            <a:off x="1794512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0" name="TextBox 341">
            <a:extLst>
              <a:ext uri="{FF2B5EF4-FFF2-40B4-BE49-F238E27FC236}">
                <a16:creationId xmlns:a16="http://schemas.microsoft.com/office/drawing/2014/main" id="{3AD02FFA-44F1-20CF-4568-1C3C60F8BF06}"/>
              </a:ext>
            </a:extLst>
          </p:cNvPr>
          <p:cNvSpPr txBox="1"/>
          <p:nvPr/>
        </p:nvSpPr>
        <p:spPr>
          <a:xfrm>
            <a:off x="2135410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1" name="TextBox 342">
            <a:extLst>
              <a:ext uri="{FF2B5EF4-FFF2-40B4-BE49-F238E27FC236}">
                <a16:creationId xmlns:a16="http://schemas.microsoft.com/office/drawing/2014/main" id="{663040CD-35E9-C3D7-3761-0A8DDF85A99C}"/>
              </a:ext>
            </a:extLst>
          </p:cNvPr>
          <p:cNvSpPr txBox="1"/>
          <p:nvPr/>
        </p:nvSpPr>
        <p:spPr>
          <a:xfrm>
            <a:off x="2464617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2" name="TextBox 343">
            <a:extLst>
              <a:ext uri="{FF2B5EF4-FFF2-40B4-BE49-F238E27FC236}">
                <a16:creationId xmlns:a16="http://schemas.microsoft.com/office/drawing/2014/main" id="{0A12C78A-547A-A06E-3641-846B0EBAF86A}"/>
              </a:ext>
            </a:extLst>
          </p:cNvPr>
          <p:cNvSpPr txBox="1"/>
          <p:nvPr/>
        </p:nvSpPr>
        <p:spPr>
          <a:xfrm>
            <a:off x="2862735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04" name="TextBox 343">
            <a:extLst>
              <a:ext uri="{FF2B5EF4-FFF2-40B4-BE49-F238E27FC236}">
                <a16:creationId xmlns:a16="http://schemas.microsoft.com/office/drawing/2014/main" id="{4687B564-A210-58E1-5EE3-3BB9AF19ECF8}"/>
              </a:ext>
            </a:extLst>
          </p:cNvPr>
          <p:cNvSpPr txBox="1"/>
          <p:nvPr/>
        </p:nvSpPr>
        <p:spPr>
          <a:xfrm>
            <a:off x="3106540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05" name="TextBox 343">
            <a:extLst>
              <a:ext uri="{FF2B5EF4-FFF2-40B4-BE49-F238E27FC236}">
                <a16:creationId xmlns:a16="http://schemas.microsoft.com/office/drawing/2014/main" id="{0C78C92F-48D2-2114-79F4-75E16CBDBCE9}"/>
              </a:ext>
            </a:extLst>
          </p:cNvPr>
          <p:cNvSpPr txBox="1"/>
          <p:nvPr/>
        </p:nvSpPr>
        <p:spPr>
          <a:xfrm>
            <a:off x="3425260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06" name="TextBox 343">
            <a:extLst>
              <a:ext uri="{FF2B5EF4-FFF2-40B4-BE49-F238E27FC236}">
                <a16:creationId xmlns:a16="http://schemas.microsoft.com/office/drawing/2014/main" id="{06383BEA-8AF3-4A0B-BA8C-ED8C39DCD9C2}"/>
              </a:ext>
            </a:extLst>
          </p:cNvPr>
          <p:cNvSpPr txBox="1"/>
          <p:nvPr/>
        </p:nvSpPr>
        <p:spPr>
          <a:xfrm>
            <a:off x="3757153" y="2951020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07" name="TextBox 343">
            <a:extLst>
              <a:ext uri="{FF2B5EF4-FFF2-40B4-BE49-F238E27FC236}">
                <a16:creationId xmlns:a16="http://schemas.microsoft.com/office/drawing/2014/main" id="{F5AE09AE-2F0C-3523-CDDE-7B88F7A4F9C6}"/>
              </a:ext>
            </a:extLst>
          </p:cNvPr>
          <p:cNvSpPr txBox="1"/>
          <p:nvPr/>
        </p:nvSpPr>
        <p:spPr>
          <a:xfrm>
            <a:off x="3951889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08" name="TextBox 343">
            <a:extLst>
              <a:ext uri="{FF2B5EF4-FFF2-40B4-BE49-F238E27FC236}">
                <a16:creationId xmlns:a16="http://schemas.microsoft.com/office/drawing/2014/main" id="{5E157F9D-AF5A-CFB7-CC9F-CCD51C3DDF1A}"/>
              </a:ext>
            </a:extLst>
          </p:cNvPr>
          <p:cNvSpPr txBox="1"/>
          <p:nvPr/>
        </p:nvSpPr>
        <p:spPr>
          <a:xfrm>
            <a:off x="4278244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209" name="TextBox 343">
            <a:extLst>
              <a:ext uri="{FF2B5EF4-FFF2-40B4-BE49-F238E27FC236}">
                <a16:creationId xmlns:a16="http://schemas.microsoft.com/office/drawing/2014/main" id="{64694BD3-9972-4777-F5CA-60B80CCA06CE}"/>
              </a:ext>
            </a:extLst>
          </p:cNvPr>
          <p:cNvSpPr txBox="1"/>
          <p:nvPr/>
        </p:nvSpPr>
        <p:spPr>
          <a:xfrm>
            <a:off x="4583945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10" name="TextBox 343">
            <a:extLst>
              <a:ext uri="{FF2B5EF4-FFF2-40B4-BE49-F238E27FC236}">
                <a16:creationId xmlns:a16="http://schemas.microsoft.com/office/drawing/2014/main" id="{8C2E5A7F-7CC6-120A-BF2A-BD4E36F4E11E}"/>
              </a:ext>
            </a:extLst>
          </p:cNvPr>
          <p:cNvSpPr txBox="1"/>
          <p:nvPr/>
        </p:nvSpPr>
        <p:spPr>
          <a:xfrm>
            <a:off x="4905003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211" name="TextBox 343">
            <a:extLst>
              <a:ext uri="{FF2B5EF4-FFF2-40B4-BE49-F238E27FC236}">
                <a16:creationId xmlns:a16="http://schemas.microsoft.com/office/drawing/2014/main" id="{CC1FDB4E-C4B8-87E4-CC54-287B1C43AA97}"/>
              </a:ext>
            </a:extLst>
          </p:cNvPr>
          <p:cNvSpPr txBox="1"/>
          <p:nvPr/>
        </p:nvSpPr>
        <p:spPr>
          <a:xfrm>
            <a:off x="5240660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212" name="TextBox 343">
            <a:extLst>
              <a:ext uri="{FF2B5EF4-FFF2-40B4-BE49-F238E27FC236}">
                <a16:creationId xmlns:a16="http://schemas.microsoft.com/office/drawing/2014/main" id="{2DA64D82-EBBB-3201-B262-988B5F2E29AF}"/>
              </a:ext>
            </a:extLst>
          </p:cNvPr>
          <p:cNvSpPr txBox="1"/>
          <p:nvPr/>
        </p:nvSpPr>
        <p:spPr>
          <a:xfrm>
            <a:off x="5574285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213" name="TextBox 343">
            <a:extLst>
              <a:ext uri="{FF2B5EF4-FFF2-40B4-BE49-F238E27FC236}">
                <a16:creationId xmlns:a16="http://schemas.microsoft.com/office/drawing/2014/main" id="{F837890C-A3D7-741B-304E-00F3F4EC8202}"/>
              </a:ext>
            </a:extLst>
          </p:cNvPr>
          <p:cNvSpPr txBox="1"/>
          <p:nvPr/>
        </p:nvSpPr>
        <p:spPr>
          <a:xfrm>
            <a:off x="5866077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214" name="TextBox 343">
            <a:extLst>
              <a:ext uri="{FF2B5EF4-FFF2-40B4-BE49-F238E27FC236}">
                <a16:creationId xmlns:a16="http://schemas.microsoft.com/office/drawing/2014/main" id="{E3C80804-50B6-088B-DB5C-DB3E26692260}"/>
              </a:ext>
            </a:extLst>
          </p:cNvPr>
          <p:cNvSpPr txBox="1"/>
          <p:nvPr/>
        </p:nvSpPr>
        <p:spPr>
          <a:xfrm>
            <a:off x="6164651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215" name="TextBox 343">
            <a:extLst>
              <a:ext uri="{FF2B5EF4-FFF2-40B4-BE49-F238E27FC236}">
                <a16:creationId xmlns:a16="http://schemas.microsoft.com/office/drawing/2014/main" id="{77AD307B-2596-C0C1-BF4C-F3B83517273F}"/>
              </a:ext>
            </a:extLst>
          </p:cNvPr>
          <p:cNvSpPr txBox="1"/>
          <p:nvPr/>
        </p:nvSpPr>
        <p:spPr>
          <a:xfrm>
            <a:off x="6493463" y="2951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216" name="TextBox 343">
            <a:extLst>
              <a:ext uri="{FF2B5EF4-FFF2-40B4-BE49-F238E27FC236}">
                <a16:creationId xmlns:a16="http://schemas.microsoft.com/office/drawing/2014/main" id="{1E03FFF4-D28C-DE87-7E90-85E376449551}"/>
              </a:ext>
            </a:extLst>
          </p:cNvPr>
          <p:cNvSpPr txBox="1"/>
          <p:nvPr/>
        </p:nvSpPr>
        <p:spPr>
          <a:xfrm>
            <a:off x="1440824" y="2196699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17" name="TextBox 343">
            <a:extLst>
              <a:ext uri="{FF2B5EF4-FFF2-40B4-BE49-F238E27FC236}">
                <a16:creationId xmlns:a16="http://schemas.microsoft.com/office/drawing/2014/main" id="{65BFEEE8-BBF4-E733-2A01-C7A0988C39E6}"/>
              </a:ext>
            </a:extLst>
          </p:cNvPr>
          <p:cNvSpPr txBox="1"/>
          <p:nvPr/>
        </p:nvSpPr>
        <p:spPr>
          <a:xfrm>
            <a:off x="1731461" y="2196699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18" name="TextBox 343">
            <a:extLst>
              <a:ext uri="{FF2B5EF4-FFF2-40B4-BE49-F238E27FC236}">
                <a16:creationId xmlns:a16="http://schemas.microsoft.com/office/drawing/2014/main" id="{6021E793-2111-EF1E-3501-82B85F0871D2}"/>
              </a:ext>
            </a:extLst>
          </p:cNvPr>
          <p:cNvSpPr txBox="1"/>
          <p:nvPr/>
        </p:nvSpPr>
        <p:spPr>
          <a:xfrm>
            <a:off x="2053092" y="2196699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219" name="TextBox 343">
            <a:extLst>
              <a:ext uri="{FF2B5EF4-FFF2-40B4-BE49-F238E27FC236}">
                <a16:creationId xmlns:a16="http://schemas.microsoft.com/office/drawing/2014/main" id="{C770CF95-A243-6688-446C-A66137DDF7BB}"/>
              </a:ext>
            </a:extLst>
          </p:cNvPr>
          <p:cNvSpPr txBox="1"/>
          <p:nvPr/>
        </p:nvSpPr>
        <p:spPr>
          <a:xfrm>
            <a:off x="2362899" y="219875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220" name="TextBox 343">
            <a:extLst>
              <a:ext uri="{FF2B5EF4-FFF2-40B4-BE49-F238E27FC236}">
                <a16:creationId xmlns:a16="http://schemas.microsoft.com/office/drawing/2014/main" id="{117B8212-3FF5-0F79-322E-FD93E78674F3}"/>
              </a:ext>
            </a:extLst>
          </p:cNvPr>
          <p:cNvSpPr txBox="1"/>
          <p:nvPr/>
        </p:nvSpPr>
        <p:spPr>
          <a:xfrm>
            <a:off x="1766797" y="344729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sp>
        <p:nvSpPr>
          <p:cNvPr id="221" name="TextBox 343">
            <a:extLst>
              <a:ext uri="{FF2B5EF4-FFF2-40B4-BE49-F238E27FC236}">
                <a16:creationId xmlns:a16="http://schemas.microsoft.com/office/drawing/2014/main" id="{15D42C57-1270-DD2E-3972-F2D3DE420B46}"/>
              </a:ext>
            </a:extLst>
          </p:cNvPr>
          <p:cNvSpPr txBox="1"/>
          <p:nvPr/>
        </p:nvSpPr>
        <p:spPr>
          <a:xfrm>
            <a:off x="2051104" y="3451752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222" name="TextBox 343">
            <a:extLst>
              <a:ext uri="{FF2B5EF4-FFF2-40B4-BE49-F238E27FC236}">
                <a16:creationId xmlns:a16="http://schemas.microsoft.com/office/drawing/2014/main" id="{B3B485D1-93C5-23A2-2B68-288D20905659}"/>
              </a:ext>
            </a:extLst>
          </p:cNvPr>
          <p:cNvSpPr txBox="1"/>
          <p:nvPr/>
        </p:nvSpPr>
        <p:spPr>
          <a:xfrm>
            <a:off x="2371124" y="3451752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223" name="TextBox 343">
            <a:extLst>
              <a:ext uri="{FF2B5EF4-FFF2-40B4-BE49-F238E27FC236}">
                <a16:creationId xmlns:a16="http://schemas.microsoft.com/office/drawing/2014/main" id="{C466E199-3A8A-1E34-0DB3-C7D1531722C1}"/>
              </a:ext>
            </a:extLst>
          </p:cNvPr>
          <p:cNvSpPr txBox="1"/>
          <p:nvPr/>
        </p:nvSpPr>
        <p:spPr>
          <a:xfrm>
            <a:off x="2700367" y="3169065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224" name="TextBox 343">
            <a:extLst>
              <a:ext uri="{FF2B5EF4-FFF2-40B4-BE49-F238E27FC236}">
                <a16:creationId xmlns:a16="http://schemas.microsoft.com/office/drawing/2014/main" id="{3B88BCC7-BE8B-ECDA-448F-EBCBFD52A0BE}"/>
              </a:ext>
            </a:extLst>
          </p:cNvPr>
          <p:cNvSpPr txBox="1"/>
          <p:nvPr/>
        </p:nvSpPr>
        <p:spPr>
          <a:xfrm>
            <a:off x="2990015" y="316906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225" name="TextBox 343">
            <a:extLst>
              <a:ext uri="{FF2B5EF4-FFF2-40B4-BE49-F238E27FC236}">
                <a16:creationId xmlns:a16="http://schemas.microsoft.com/office/drawing/2014/main" id="{ECAD36D4-BDA9-ED4F-4080-2C233D768B90}"/>
              </a:ext>
            </a:extLst>
          </p:cNvPr>
          <p:cNvSpPr txBox="1"/>
          <p:nvPr/>
        </p:nvSpPr>
        <p:spPr>
          <a:xfrm>
            <a:off x="3299329" y="316906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226" name="TextBox 343">
            <a:extLst>
              <a:ext uri="{FF2B5EF4-FFF2-40B4-BE49-F238E27FC236}">
                <a16:creationId xmlns:a16="http://schemas.microsoft.com/office/drawing/2014/main" id="{66C41FCB-5593-5D03-AD72-12C043369D74}"/>
              </a:ext>
            </a:extLst>
          </p:cNvPr>
          <p:cNvSpPr txBox="1"/>
          <p:nvPr/>
        </p:nvSpPr>
        <p:spPr>
          <a:xfrm>
            <a:off x="3655522" y="316464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sp>
        <p:nvSpPr>
          <p:cNvPr id="227" name="TextBox 343">
            <a:extLst>
              <a:ext uri="{FF2B5EF4-FFF2-40B4-BE49-F238E27FC236}">
                <a16:creationId xmlns:a16="http://schemas.microsoft.com/office/drawing/2014/main" id="{94F452E6-8C0E-3FA1-F7C6-C420E478745D}"/>
              </a:ext>
            </a:extLst>
          </p:cNvPr>
          <p:cNvSpPr txBox="1"/>
          <p:nvPr/>
        </p:nvSpPr>
        <p:spPr>
          <a:xfrm>
            <a:off x="3980996" y="316464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228" name="TextBox 343">
            <a:extLst>
              <a:ext uri="{FF2B5EF4-FFF2-40B4-BE49-F238E27FC236}">
                <a16:creationId xmlns:a16="http://schemas.microsoft.com/office/drawing/2014/main" id="{BFA705AD-9151-82F0-7327-136B6D66BC6B}"/>
              </a:ext>
            </a:extLst>
          </p:cNvPr>
          <p:cNvSpPr txBox="1"/>
          <p:nvPr/>
        </p:nvSpPr>
        <p:spPr>
          <a:xfrm>
            <a:off x="4284126" y="316353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229" name="TextBox 343">
            <a:extLst>
              <a:ext uri="{FF2B5EF4-FFF2-40B4-BE49-F238E27FC236}">
                <a16:creationId xmlns:a16="http://schemas.microsoft.com/office/drawing/2014/main" id="{980AE5B9-D464-8788-EEEE-D582F114EA90}"/>
              </a:ext>
            </a:extLst>
          </p:cNvPr>
          <p:cNvSpPr txBox="1"/>
          <p:nvPr/>
        </p:nvSpPr>
        <p:spPr>
          <a:xfrm>
            <a:off x="4602281" y="3167021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230" name="TextBox 343">
            <a:extLst>
              <a:ext uri="{FF2B5EF4-FFF2-40B4-BE49-F238E27FC236}">
                <a16:creationId xmlns:a16="http://schemas.microsoft.com/office/drawing/2014/main" id="{11122186-FDA8-A4C2-963D-7105F2B5843D}"/>
              </a:ext>
            </a:extLst>
          </p:cNvPr>
          <p:cNvSpPr txBox="1"/>
          <p:nvPr/>
        </p:nvSpPr>
        <p:spPr>
          <a:xfrm>
            <a:off x="4901963" y="316702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  <p:cxnSp>
        <p:nvCxnSpPr>
          <p:cNvPr id="231" name="Straight Connector 248">
            <a:extLst>
              <a:ext uri="{FF2B5EF4-FFF2-40B4-BE49-F238E27FC236}">
                <a16:creationId xmlns:a16="http://schemas.microsoft.com/office/drawing/2014/main" id="{8B4B78A0-E7DA-EE9C-44A2-1A5D3CB28C26}"/>
              </a:ext>
            </a:extLst>
          </p:cNvPr>
          <p:cNvCxnSpPr>
            <a:cxnSpLocks/>
          </p:cNvCxnSpPr>
          <p:nvPr/>
        </p:nvCxnSpPr>
        <p:spPr>
          <a:xfrm flipH="1">
            <a:off x="3532257" y="2686953"/>
            <a:ext cx="4655" cy="17750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48">
            <a:extLst>
              <a:ext uri="{FF2B5EF4-FFF2-40B4-BE49-F238E27FC236}">
                <a16:creationId xmlns:a16="http://schemas.microsoft.com/office/drawing/2014/main" id="{F3AE80E7-30AE-9CBD-D941-E43744F84662}"/>
              </a:ext>
            </a:extLst>
          </p:cNvPr>
          <p:cNvCxnSpPr>
            <a:cxnSpLocks/>
          </p:cNvCxnSpPr>
          <p:nvPr/>
        </p:nvCxnSpPr>
        <p:spPr>
          <a:xfrm flipH="1">
            <a:off x="3189957" y="3500092"/>
            <a:ext cx="4724" cy="23846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3" name="图片 232">
            <a:extLst>
              <a:ext uri="{FF2B5EF4-FFF2-40B4-BE49-F238E27FC236}">
                <a16:creationId xmlns:a16="http://schemas.microsoft.com/office/drawing/2014/main" id="{828E0452-2C72-892C-72B3-BF5468920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470" y="3687714"/>
            <a:ext cx="321017" cy="321017"/>
          </a:xfrm>
          <a:prstGeom prst="rect">
            <a:avLst/>
          </a:prstGeom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03CE3D89-D2AF-449E-B12E-34FD78B2F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53" y="2343256"/>
            <a:ext cx="324029" cy="324029"/>
          </a:xfrm>
          <a:prstGeom prst="rect">
            <a:avLst/>
          </a:prstGeom>
        </p:spPr>
      </p:pic>
      <p:pic>
        <p:nvPicPr>
          <p:cNvPr id="235" name="图片 234">
            <a:extLst>
              <a:ext uri="{FF2B5EF4-FFF2-40B4-BE49-F238E27FC236}">
                <a16:creationId xmlns:a16="http://schemas.microsoft.com/office/drawing/2014/main" id="{A97EADE7-76E3-F30B-FB35-DCCE9564C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92" y="2335209"/>
            <a:ext cx="324029" cy="324029"/>
          </a:xfrm>
          <a:prstGeom prst="rect">
            <a:avLst/>
          </a:prstGeom>
        </p:spPr>
      </p:pic>
      <p:cxnSp>
        <p:nvCxnSpPr>
          <p:cNvPr id="236" name="Straight Connector 248">
            <a:extLst>
              <a:ext uri="{FF2B5EF4-FFF2-40B4-BE49-F238E27FC236}">
                <a16:creationId xmlns:a16="http://schemas.microsoft.com/office/drawing/2014/main" id="{D96261F3-FB63-02DB-C4F3-3F8B77120605}"/>
              </a:ext>
            </a:extLst>
          </p:cNvPr>
          <p:cNvCxnSpPr>
            <a:cxnSpLocks/>
          </p:cNvCxnSpPr>
          <p:nvPr/>
        </p:nvCxnSpPr>
        <p:spPr>
          <a:xfrm flipH="1" flipV="1">
            <a:off x="1215021" y="2504204"/>
            <a:ext cx="376599" cy="2467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7" name="图片 236">
            <a:extLst>
              <a:ext uri="{FF2B5EF4-FFF2-40B4-BE49-F238E27FC236}">
                <a16:creationId xmlns:a16="http://schemas.microsoft.com/office/drawing/2014/main" id="{2D529EC7-5629-3AA4-7D1A-6E41A42C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33" y="1560994"/>
            <a:ext cx="324029" cy="324029"/>
          </a:xfrm>
          <a:prstGeom prst="rect">
            <a:avLst/>
          </a:prstGeom>
        </p:spPr>
      </p:pic>
      <p:sp>
        <p:nvSpPr>
          <p:cNvPr id="238" name="文本框 237">
            <a:extLst>
              <a:ext uri="{FF2B5EF4-FFF2-40B4-BE49-F238E27FC236}">
                <a16:creationId xmlns:a16="http://schemas.microsoft.com/office/drawing/2014/main" id="{C61E68E4-A8CB-963C-D9E0-494FB94930C6}"/>
              </a:ext>
            </a:extLst>
          </p:cNvPr>
          <p:cNvSpPr txBox="1"/>
          <p:nvPr/>
        </p:nvSpPr>
        <p:spPr>
          <a:xfrm>
            <a:off x="5128726" y="1573856"/>
            <a:ext cx="618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</a:t>
            </a:r>
            <a:endParaRPr lang="zh-CN" altLang="en-US" sz="16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39" name="图片 238">
            <a:extLst>
              <a:ext uri="{FF2B5EF4-FFF2-40B4-BE49-F238E27FC236}">
                <a16:creationId xmlns:a16="http://schemas.microsoft.com/office/drawing/2014/main" id="{138C9193-6863-ED3B-27F6-482C2A0E7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795" y="1571641"/>
            <a:ext cx="353673" cy="353673"/>
          </a:xfrm>
          <a:prstGeom prst="rect">
            <a:avLst/>
          </a:prstGeom>
        </p:spPr>
      </p:pic>
      <p:sp>
        <p:nvSpPr>
          <p:cNvPr id="240" name="文本框 239">
            <a:extLst>
              <a:ext uri="{FF2B5EF4-FFF2-40B4-BE49-F238E27FC236}">
                <a16:creationId xmlns:a16="http://schemas.microsoft.com/office/drawing/2014/main" id="{67C20771-A4FA-B4CD-7A20-02C3FEC5E757}"/>
              </a:ext>
            </a:extLst>
          </p:cNvPr>
          <p:cNvSpPr txBox="1"/>
          <p:nvPr/>
        </p:nvSpPr>
        <p:spPr>
          <a:xfrm>
            <a:off x="4017942" y="1573856"/>
            <a:ext cx="59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</a:t>
            </a:r>
            <a:endParaRPr lang="zh-CN" altLang="en-US" sz="16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1" name="Straight Connector 248">
            <a:extLst>
              <a:ext uri="{FF2B5EF4-FFF2-40B4-BE49-F238E27FC236}">
                <a16:creationId xmlns:a16="http://schemas.microsoft.com/office/drawing/2014/main" id="{21EB2786-0210-85E4-1A74-C9D5B323CE7E}"/>
              </a:ext>
            </a:extLst>
          </p:cNvPr>
          <p:cNvCxnSpPr>
            <a:cxnSpLocks/>
          </p:cNvCxnSpPr>
          <p:nvPr/>
        </p:nvCxnSpPr>
        <p:spPr>
          <a:xfrm>
            <a:off x="4790491" y="2686405"/>
            <a:ext cx="8120" cy="206848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8">
            <a:extLst>
              <a:ext uri="{FF2B5EF4-FFF2-40B4-BE49-F238E27FC236}">
                <a16:creationId xmlns:a16="http://schemas.microsoft.com/office/drawing/2014/main" id="{95885BE4-267A-AD10-81E7-4AE6EC282822}"/>
              </a:ext>
            </a:extLst>
          </p:cNvPr>
          <p:cNvCxnSpPr>
            <a:cxnSpLocks/>
          </p:cNvCxnSpPr>
          <p:nvPr/>
        </p:nvCxnSpPr>
        <p:spPr>
          <a:xfrm>
            <a:off x="1919325" y="2163278"/>
            <a:ext cx="0" cy="307777"/>
          </a:xfrm>
          <a:prstGeom prst="line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3" name="图片 242">
            <a:extLst>
              <a:ext uri="{FF2B5EF4-FFF2-40B4-BE49-F238E27FC236}">
                <a16:creationId xmlns:a16="http://schemas.microsoft.com/office/drawing/2014/main" id="{EA698830-5A37-7C94-8DDD-8A746B59E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721" y="1751083"/>
            <a:ext cx="433332" cy="475462"/>
          </a:xfrm>
          <a:prstGeom prst="rect">
            <a:avLst/>
          </a:prstGeom>
        </p:spPr>
      </p:pic>
      <p:cxnSp>
        <p:nvCxnSpPr>
          <p:cNvPr id="244" name="Straight Connector 248">
            <a:extLst>
              <a:ext uri="{FF2B5EF4-FFF2-40B4-BE49-F238E27FC236}">
                <a16:creationId xmlns:a16="http://schemas.microsoft.com/office/drawing/2014/main" id="{89DF690D-2D8E-3224-801E-84515B146DF4}"/>
              </a:ext>
            </a:extLst>
          </p:cNvPr>
          <p:cNvCxnSpPr>
            <a:cxnSpLocks/>
          </p:cNvCxnSpPr>
          <p:nvPr/>
        </p:nvCxnSpPr>
        <p:spPr>
          <a:xfrm>
            <a:off x="2567454" y="3782280"/>
            <a:ext cx="0" cy="231738"/>
          </a:xfrm>
          <a:prstGeom prst="line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5" name="图片 244">
            <a:extLst>
              <a:ext uri="{FF2B5EF4-FFF2-40B4-BE49-F238E27FC236}">
                <a16:creationId xmlns:a16="http://schemas.microsoft.com/office/drawing/2014/main" id="{9F885567-0143-9A18-FC42-816E4788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2140" y="3997152"/>
            <a:ext cx="361122" cy="396231"/>
          </a:xfrm>
          <a:prstGeom prst="rect">
            <a:avLst/>
          </a:prstGeom>
        </p:spPr>
      </p:pic>
      <p:pic>
        <p:nvPicPr>
          <p:cNvPr id="246" name="图片 245">
            <a:extLst>
              <a:ext uri="{FF2B5EF4-FFF2-40B4-BE49-F238E27FC236}">
                <a16:creationId xmlns:a16="http://schemas.microsoft.com/office/drawing/2014/main" id="{F0B94A3C-BE89-9116-11C9-00E4FE5A7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813" y="1485277"/>
            <a:ext cx="433332" cy="475462"/>
          </a:xfrm>
          <a:prstGeom prst="rect">
            <a:avLst/>
          </a:prstGeom>
        </p:spPr>
      </p:pic>
      <p:sp>
        <p:nvSpPr>
          <p:cNvPr id="247" name="文本框 246">
            <a:extLst>
              <a:ext uri="{FF2B5EF4-FFF2-40B4-BE49-F238E27FC236}">
                <a16:creationId xmlns:a16="http://schemas.microsoft.com/office/drawing/2014/main" id="{AB0F9FA9-E293-763A-7F84-7902AF0B24AA}"/>
              </a:ext>
            </a:extLst>
          </p:cNvPr>
          <p:cNvSpPr txBox="1"/>
          <p:nvPr/>
        </p:nvSpPr>
        <p:spPr>
          <a:xfrm>
            <a:off x="6105056" y="1588855"/>
            <a:ext cx="618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</a:t>
            </a:r>
            <a:endParaRPr lang="zh-CN" altLang="en-US" sz="16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8" name="Straight Connector 248">
            <a:extLst>
              <a:ext uri="{FF2B5EF4-FFF2-40B4-BE49-F238E27FC236}">
                <a16:creationId xmlns:a16="http://schemas.microsoft.com/office/drawing/2014/main" id="{5F282B0B-154D-6B05-8886-261BD28ABCF7}"/>
              </a:ext>
            </a:extLst>
          </p:cNvPr>
          <p:cNvCxnSpPr>
            <a:cxnSpLocks/>
          </p:cNvCxnSpPr>
          <p:nvPr/>
        </p:nvCxnSpPr>
        <p:spPr>
          <a:xfrm>
            <a:off x="6041327" y="2694854"/>
            <a:ext cx="8120" cy="206848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9" name="图片 248">
            <a:extLst>
              <a:ext uri="{FF2B5EF4-FFF2-40B4-BE49-F238E27FC236}">
                <a16:creationId xmlns:a16="http://schemas.microsoft.com/office/drawing/2014/main" id="{45DEDBB7-117A-2DA4-58C3-43C21B068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868" y="2382464"/>
            <a:ext cx="324029" cy="324029"/>
          </a:xfrm>
          <a:prstGeom prst="rect">
            <a:avLst/>
          </a:prstGeom>
        </p:spPr>
      </p:pic>
      <p:cxnSp>
        <p:nvCxnSpPr>
          <p:cNvPr id="250" name="Straight Connector 248">
            <a:extLst>
              <a:ext uri="{FF2B5EF4-FFF2-40B4-BE49-F238E27FC236}">
                <a16:creationId xmlns:a16="http://schemas.microsoft.com/office/drawing/2014/main" id="{2F6079FE-85D0-A920-1FC2-1FD22ACAB3EF}"/>
              </a:ext>
            </a:extLst>
          </p:cNvPr>
          <p:cNvCxnSpPr>
            <a:cxnSpLocks/>
          </p:cNvCxnSpPr>
          <p:nvPr/>
        </p:nvCxnSpPr>
        <p:spPr>
          <a:xfrm>
            <a:off x="4795574" y="3499115"/>
            <a:ext cx="0" cy="231738"/>
          </a:xfrm>
          <a:prstGeom prst="line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1" name="图片 250">
            <a:extLst>
              <a:ext uri="{FF2B5EF4-FFF2-40B4-BE49-F238E27FC236}">
                <a16:creationId xmlns:a16="http://schemas.microsoft.com/office/drawing/2014/main" id="{3DFFE6FF-016C-A528-0958-75EAE12A2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022" y="3730853"/>
            <a:ext cx="392657" cy="430832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23097CD7-1DA5-50D5-82BE-E559D171FDB6}"/>
              </a:ext>
            </a:extLst>
          </p:cNvPr>
          <p:cNvSpPr txBox="1"/>
          <p:nvPr/>
        </p:nvSpPr>
        <p:spPr>
          <a:xfrm>
            <a:off x="1677285" y="1517282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WT1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4E3EEE9A-EA9B-39DA-4A70-A94BA4B635D4}"/>
              </a:ext>
            </a:extLst>
          </p:cNvPr>
          <p:cNvSpPr txBox="1"/>
          <p:nvPr/>
        </p:nvSpPr>
        <p:spPr>
          <a:xfrm>
            <a:off x="2587804" y="4100613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WT2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D99C0C72-42B0-6853-2A39-7F4FB73A8565}"/>
              </a:ext>
            </a:extLst>
          </p:cNvPr>
          <p:cNvSpPr txBox="1"/>
          <p:nvPr/>
        </p:nvSpPr>
        <p:spPr>
          <a:xfrm>
            <a:off x="4831363" y="3815950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WT3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1B3317D6-DEA5-A48E-91AA-EEB12EE9E1FA}"/>
              </a:ext>
            </a:extLst>
          </p:cNvPr>
          <p:cNvSpPr txBox="1"/>
          <p:nvPr/>
        </p:nvSpPr>
        <p:spPr>
          <a:xfrm>
            <a:off x="520463" y="2405979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PV1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C3BDDBBF-8383-FC2E-0436-879347F90FAC}"/>
              </a:ext>
            </a:extLst>
          </p:cNvPr>
          <p:cNvSpPr txBox="1"/>
          <p:nvPr/>
        </p:nvSpPr>
        <p:spPr>
          <a:xfrm>
            <a:off x="4848835" y="2418034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PV2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B5B59B22-CFA0-DC93-C7B9-FF77A9359585}"/>
              </a:ext>
            </a:extLst>
          </p:cNvPr>
          <p:cNvSpPr txBox="1"/>
          <p:nvPr/>
        </p:nvSpPr>
        <p:spPr>
          <a:xfrm>
            <a:off x="6113811" y="2477872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PV3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531AFE94-EDBB-1669-5F6B-A3D123656BC4}"/>
              </a:ext>
            </a:extLst>
          </p:cNvPr>
          <p:cNvSpPr txBox="1"/>
          <p:nvPr/>
        </p:nvSpPr>
        <p:spPr>
          <a:xfrm>
            <a:off x="3631571" y="2479784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902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DG1</a:t>
            </a:r>
            <a:endParaRPr lang="zh-CN" altLang="en-US" sz="1200" dirty="0">
              <a:solidFill>
                <a:srgbClr val="FF902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DE854D37-76A6-604A-17EC-BD8D013F29DD}"/>
              </a:ext>
            </a:extLst>
          </p:cNvPr>
          <p:cNvSpPr txBox="1"/>
          <p:nvPr/>
        </p:nvSpPr>
        <p:spPr>
          <a:xfrm>
            <a:off x="3289048" y="3710785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902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DG2</a:t>
            </a:r>
            <a:endParaRPr lang="zh-CN" altLang="en-US" sz="1200" dirty="0">
              <a:solidFill>
                <a:srgbClr val="FF902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03F01FC1-C508-0B42-F194-BFEF750D95FC}"/>
              </a:ext>
            </a:extLst>
          </p:cNvPr>
          <p:cNvSpPr txBox="1"/>
          <p:nvPr/>
        </p:nvSpPr>
        <p:spPr>
          <a:xfrm>
            <a:off x="520700" y="476250"/>
            <a:ext cx="220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33-bus system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78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2102-A51B-92FF-EBF7-36A49228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7085BF71-7304-BE50-161D-8C9B42D3F8A8}"/>
              </a:ext>
            </a:extLst>
          </p:cNvPr>
          <p:cNvCxnSpPr>
            <a:cxnSpLocks/>
          </p:cNvCxnSpPr>
          <p:nvPr/>
        </p:nvCxnSpPr>
        <p:spPr>
          <a:xfrm>
            <a:off x="1205392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lowchart: Connector 11">
            <a:extLst>
              <a:ext uri="{FF2B5EF4-FFF2-40B4-BE49-F238E27FC236}">
                <a16:creationId xmlns:a16="http://schemas.microsoft.com/office/drawing/2014/main" id="{2CE46400-E6C6-A4AA-F28C-6B841EB828AC}"/>
              </a:ext>
            </a:extLst>
          </p:cNvPr>
          <p:cNvSpPr/>
          <p:nvPr/>
        </p:nvSpPr>
        <p:spPr>
          <a:xfrm>
            <a:off x="1148242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279E023C-88B3-ADAE-12C7-21293D30FCAF}"/>
              </a:ext>
            </a:extLst>
          </p:cNvPr>
          <p:cNvCxnSpPr>
            <a:cxnSpLocks/>
          </p:cNvCxnSpPr>
          <p:nvPr/>
        </p:nvCxnSpPr>
        <p:spPr>
          <a:xfrm>
            <a:off x="1548292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chart: Connector 14">
            <a:extLst>
              <a:ext uri="{FF2B5EF4-FFF2-40B4-BE49-F238E27FC236}">
                <a16:creationId xmlns:a16="http://schemas.microsoft.com/office/drawing/2014/main" id="{69F3294C-8627-8FCB-F9FE-9E542922351C}"/>
              </a:ext>
            </a:extLst>
          </p:cNvPr>
          <p:cNvSpPr/>
          <p:nvPr/>
        </p:nvSpPr>
        <p:spPr>
          <a:xfrm>
            <a:off x="1491142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15">
            <a:extLst>
              <a:ext uri="{FF2B5EF4-FFF2-40B4-BE49-F238E27FC236}">
                <a16:creationId xmlns:a16="http://schemas.microsoft.com/office/drawing/2014/main" id="{05C893A4-4DB2-9C20-261F-66C0318A2996}"/>
              </a:ext>
            </a:extLst>
          </p:cNvPr>
          <p:cNvCxnSpPr>
            <a:cxnSpLocks/>
          </p:cNvCxnSpPr>
          <p:nvPr/>
        </p:nvCxnSpPr>
        <p:spPr>
          <a:xfrm>
            <a:off x="1878800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16">
            <a:extLst>
              <a:ext uri="{FF2B5EF4-FFF2-40B4-BE49-F238E27FC236}">
                <a16:creationId xmlns:a16="http://schemas.microsoft.com/office/drawing/2014/main" id="{5BF46F2F-6F9B-DEDC-5D10-2416FCC8B987}"/>
              </a:ext>
            </a:extLst>
          </p:cNvPr>
          <p:cNvSpPr/>
          <p:nvPr/>
        </p:nvSpPr>
        <p:spPr>
          <a:xfrm>
            <a:off x="1821650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78F7A997-C603-5754-5A4E-25823248A159}"/>
              </a:ext>
            </a:extLst>
          </p:cNvPr>
          <p:cNvCxnSpPr>
            <a:cxnSpLocks/>
          </p:cNvCxnSpPr>
          <p:nvPr/>
        </p:nvCxnSpPr>
        <p:spPr>
          <a:xfrm>
            <a:off x="2164550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chart: Connector 20">
            <a:extLst>
              <a:ext uri="{FF2B5EF4-FFF2-40B4-BE49-F238E27FC236}">
                <a16:creationId xmlns:a16="http://schemas.microsoft.com/office/drawing/2014/main" id="{CABA16F7-050B-AAB5-C849-81F3408E4DD6}"/>
              </a:ext>
            </a:extLst>
          </p:cNvPr>
          <p:cNvSpPr/>
          <p:nvPr/>
        </p:nvSpPr>
        <p:spPr>
          <a:xfrm>
            <a:off x="2107400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29">
            <a:extLst>
              <a:ext uri="{FF2B5EF4-FFF2-40B4-BE49-F238E27FC236}">
                <a16:creationId xmlns:a16="http://schemas.microsoft.com/office/drawing/2014/main" id="{DDB9688C-DF52-6A2B-AF0D-066BC8B6D888}"/>
              </a:ext>
            </a:extLst>
          </p:cNvPr>
          <p:cNvCxnSpPr>
            <a:cxnSpLocks/>
          </p:cNvCxnSpPr>
          <p:nvPr/>
        </p:nvCxnSpPr>
        <p:spPr>
          <a:xfrm>
            <a:off x="2486181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59">
            <a:extLst>
              <a:ext uri="{FF2B5EF4-FFF2-40B4-BE49-F238E27FC236}">
                <a16:creationId xmlns:a16="http://schemas.microsoft.com/office/drawing/2014/main" id="{23A402A2-A35F-7314-EC2A-C31871097E2E}"/>
              </a:ext>
            </a:extLst>
          </p:cNvPr>
          <p:cNvSpPr/>
          <p:nvPr/>
        </p:nvSpPr>
        <p:spPr>
          <a:xfrm>
            <a:off x="2429031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85">
            <a:extLst>
              <a:ext uri="{FF2B5EF4-FFF2-40B4-BE49-F238E27FC236}">
                <a16:creationId xmlns:a16="http://schemas.microsoft.com/office/drawing/2014/main" id="{5012B87F-6056-816A-1F12-4AA9978D327E}"/>
              </a:ext>
            </a:extLst>
          </p:cNvPr>
          <p:cNvCxnSpPr>
            <a:cxnSpLocks/>
          </p:cNvCxnSpPr>
          <p:nvPr/>
        </p:nvCxnSpPr>
        <p:spPr>
          <a:xfrm>
            <a:off x="2807812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chart: Connector 186">
            <a:extLst>
              <a:ext uri="{FF2B5EF4-FFF2-40B4-BE49-F238E27FC236}">
                <a16:creationId xmlns:a16="http://schemas.microsoft.com/office/drawing/2014/main" id="{CA380140-6ECA-D9C8-6068-48D450A530D8}"/>
              </a:ext>
            </a:extLst>
          </p:cNvPr>
          <p:cNvSpPr/>
          <p:nvPr/>
        </p:nvSpPr>
        <p:spPr>
          <a:xfrm>
            <a:off x="2750662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87">
            <a:extLst>
              <a:ext uri="{FF2B5EF4-FFF2-40B4-BE49-F238E27FC236}">
                <a16:creationId xmlns:a16="http://schemas.microsoft.com/office/drawing/2014/main" id="{A606D948-C2C9-27AC-3109-DD1E69ECA252}"/>
              </a:ext>
            </a:extLst>
          </p:cNvPr>
          <p:cNvCxnSpPr>
            <a:cxnSpLocks/>
          </p:cNvCxnSpPr>
          <p:nvPr/>
        </p:nvCxnSpPr>
        <p:spPr>
          <a:xfrm>
            <a:off x="3105030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88">
            <a:extLst>
              <a:ext uri="{FF2B5EF4-FFF2-40B4-BE49-F238E27FC236}">
                <a16:creationId xmlns:a16="http://schemas.microsoft.com/office/drawing/2014/main" id="{47F99D94-1E63-2C31-D212-745928F91CAA}"/>
              </a:ext>
            </a:extLst>
          </p:cNvPr>
          <p:cNvSpPr/>
          <p:nvPr/>
        </p:nvSpPr>
        <p:spPr>
          <a:xfrm>
            <a:off x="3063120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96">
            <a:extLst>
              <a:ext uri="{FF2B5EF4-FFF2-40B4-BE49-F238E27FC236}">
                <a16:creationId xmlns:a16="http://schemas.microsoft.com/office/drawing/2014/main" id="{BE499326-115C-73C7-FD62-C0BFAC999790}"/>
              </a:ext>
            </a:extLst>
          </p:cNvPr>
          <p:cNvCxnSpPr>
            <a:cxnSpLocks/>
          </p:cNvCxnSpPr>
          <p:nvPr/>
        </p:nvCxnSpPr>
        <p:spPr>
          <a:xfrm>
            <a:off x="3447930" y="3867101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chart: Connector 197">
            <a:extLst>
              <a:ext uri="{FF2B5EF4-FFF2-40B4-BE49-F238E27FC236}">
                <a16:creationId xmlns:a16="http://schemas.microsoft.com/office/drawing/2014/main" id="{065A5E8C-B436-1B0B-F38B-039CE9AB4374}"/>
              </a:ext>
            </a:extLst>
          </p:cNvPr>
          <p:cNvSpPr/>
          <p:nvPr/>
        </p:nvSpPr>
        <p:spPr>
          <a:xfrm>
            <a:off x="3390780" y="383376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98">
            <a:extLst>
              <a:ext uri="{FF2B5EF4-FFF2-40B4-BE49-F238E27FC236}">
                <a16:creationId xmlns:a16="http://schemas.microsoft.com/office/drawing/2014/main" id="{3AD18082-F55A-27A6-8DCE-56EE8F2B1F87}"/>
              </a:ext>
            </a:extLst>
          </p:cNvPr>
          <p:cNvCxnSpPr>
            <a:cxnSpLocks/>
          </p:cNvCxnSpPr>
          <p:nvPr/>
        </p:nvCxnSpPr>
        <p:spPr>
          <a:xfrm>
            <a:off x="3747111" y="3862492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9">
            <a:extLst>
              <a:ext uri="{FF2B5EF4-FFF2-40B4-BE49-F238E27FC236}">
                <a16:creationId xmlns:a16="http://schemas.microsoft.com/office/drawing/2014/main" id="{31BD42EC-3C51-724A-2374-59970E42F359}"/>
              </a:ext>
            </a:extLst>
          </p:cNvPr>
          <p:cNvSpPr/>
          <p:nvPr/>
        </p:nvSpPr>
        <p:spPr>
          <a:xfrm>
            <a:off x="3689961" y="382280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lowchart: Connector 202">
            <a:extLst>
              <a:ext uri="{FF2B5EF4-FFF2-40B4-BE49-F238E27FC236}">
                <a16:creationId xmlns:a16="http://schemas.microsoft.com/office/drawing/2014/main" id="{66D4F965-834D-C7CF-E199-D11FBF33C6EB}"/>
              </a:ext>
            </a:extLst>
          </p:cNvPr>
          <p:cNvSpPr/>
          <p:nvPr/>
        </p:nvSpPr>
        <p:spPr>
          <a:xfrm>
            <a:off x="3975711" y="382280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lowchart: Connector 234">
            <a:extLst>
              <a:ext uri="{FF2B5EF4-FFF2-40B4-BE49-F238E27FC236}">
                <a16:creationId xmlns:a16="http://schemas.microsoft.com/office/drawing/2014/main" id="{28370520-A03D-6AD4-A03C-25038E712239}"/>
              </a:ext>
            </a:extLst>
          </p:cNvPr>
          <p:cNvSpPr/>
          <p:nvPr/>
        </p:nvSpPr>
        <p:spPr>
          <a:xfrm>
            <a:off x="1144670" y="345145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48">
            <a:extLst>
              <a:ext uri="{FF2B5EF4-FFF2-40B4-BE49-F238E27FC236}">
                <a16:creationId xmlns:a16="http://schemas.microsoft.com/office/drawing/2014/main" id="{A969C309-5691-1A00-5992-01657CBFD5A3}"/>
              </a:ext>
            </a:extLst>
          </p:cNvPr>
          <p:cNvCxnSpPr>
            <a:cxnSpLocks/>
          </p:cNvCxnSpPr>
          <p:nvPr/>
        </p:nvCxnSpPr>
        <p:spPr>
          <a:xfrm>
            <a:off x="1175633" y="3483884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310">
            <a:extLst>
              <a:ext uri="{FF2B5EF4-FFF2-40B4-BE49-F238E27FC236}">
                <a16:creationId xmlns:a16="http://schemas.microsoft.com/office/drawing/2014/main" id="{1C15734F-C499-C37E-E37A-512CBC27AFF4}"/>
              </a:ext>
            </a:extLst>
          </p:cNvPr>
          <p:cNvSpPr txBox="1"/>
          <p:nvPr/>
        </p:nvSpPr>
        <p:spPr>
          <a:xfrm>
            <a:off x="1185172" y="3867101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339">
            <a:extLst>
              <a:ext uri="{FF2B5EF4-FFF2-40B4-BE49-F238E27FC236}">
                <a16:creationId xmlns:a16="http://schemas.microsoft.com/office/drawing/2014/main" id="{AF0780F8-B8D7-BB63-CA56-66FC01EA3572}"/>
              </a:ext>
            </a:extLst>
          </p:cNvPr>
          <p:cNvSpPr txBox="1"/>
          <p:nvPr/>
        </p:nvSpPr>
        <p:spPr>
          <a:xfrm>
            <a:off x="1420350" y="3867101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6" name="TextBox 340">
            <a:extLst>
              <a:ext uri="{FF2B5EF4-FFF2-40B4-BE49-F238E27FC236}">
                <a16:creationId xmlns:a16="http://schemas.microsoft.com/office/drawing/2014/main" id="{8C0A58AD-8695-4137-F58D-2FBBCFF844D9}"/>
              </a:ext>
            </a:extLst>
          </p:cNvPr>
          <p:cNvSpPr txBox="1"/>
          <p:nvPr/>
        </p:nvSpPr>
        <p:spPr>
          <a:xfrm>
            <a:off x="1627400" y="3871022"/>
            <a:ext cx="110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7" name="TextBox 341">
            <a:extLst>
              <a:ext uri="{FF2B5EF4-FFF2-40B4-BE49-F238E27FC236}">
                <a16:creationId xmlns:a16="http://schemas.microsoft.com/office/drawing/2014/main" id="{16DFE449-5B68-3326-26CB-CEAD89C96332}"/>
              </a:ext>
            </a:extLst>
          </p:cNvPr>
          <p:cNvSpPr txBox="1"/>
          <p:nvPr/>
        </p:nvSpPr>
        <p:spPr>
          <a:xfrm>
            <a:off x="1966126" y="3858447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28" name="TextBox 342">
            <a:extLst>
              <a:ext uri="{FF2B5EF4-FFF2-40B4-BE49-F238E27FC236}">
                <a16:creationId xmlns:a16="http://schemas.microsoft.com/office/drawing/2014/main" id="{A054D738-BBD5-34D6-1360-76615CA22CED}"/>
              </a:ext>
            </a:extLst>
          </p:cNvPr>
          <p:cNvSpPr txBox="1"/>
          <p:nvPr/>
        </p:nvSpPr>
        <p:spPr>
          <a:xfrm>
            <a:off x="2212823" y="3857893"/>
            <a:ext cx="54776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118</a:t>
            </a:r>
          </a:p>
        </p:txBody>
      </p:sp>
      <p:sp>
        <p:nvSpPr>
          <p:cNvPr id="29" name="TextBox 343">
            <a:extLst>
              <a:ext uri="{FF2B5EF4-FFF2-40B4-BE49-F238E27FC236}">
                <a16:creationId xmlns:a16="http://schemas.microsoft.com/office/drawing/2014/main" id="{DFE292AA-9470-1B89-5BE0-E136A0DCC7A9}"/>
              </a:ext>
            </a:extLst>
          </p:cNvPr>
          <p:cNvSpPr txBox="1"/>
          <p:nvPr/>
        </p:nvSpPr>
        <p:spPr>
          <a:xfrm>
            <a:off x="2604255" y="3857893"/>
            <a:ext cx="383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</a:p>
        </p:txBody>
      </p:sp>
      <p:sp>
        <p:nvSpPr>
          <p:cNvPr id="30" name="TextBox 343">
            <a:extLst>
              <a:ext uri="{FF2B5EF4-FFF2-40B4-BE49-F238E27FC236}">
                <a16:creationId xmlns:a16="http://schemas.microsoft.com/office/drawing/2014/main" id="{B2FDEA40-D935-CFC9-0F96-D7DC3D59AA0C}"/>
              </a:ext>
            </a:extLst>
          </p:cNvPr>
          <p:cNvSpPr txBox="1"/>
          <p:nvPr/>
        </p:nvSpPr>
        <p:spPr>
          <a:xfrm>
            <a:off x="2886235" y="3856356"/>
            <a:ext cx="533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</a:p>
        </p:txBody>
      </p:sp>
      <p:sp>
        <p:nvSpPr>
          <p:cNvPr id="31" name="TextBox 343">
            <a:extLst>
              <a:ext uri="{FF2B5EF4-FFF2-40B4-BE49-F238E27FC236}">
                <a16:creationId xmlns:a16="http://schemas.microsoft.com/office/drawing/2014/main" id="{0C5CFDA3-58E2-D5FD-B21D-25B6FB9F4351}"/>
              </a:ext>
            </a:extLst>
          </p:cNvPr>
          <p:cNvSpPr txBox="1"/>
          <p:nvPr/>
        </p:nvSpPr>
        <p:spPr>
          <a:xfrm>
            <a:off x="3204553" y="3864755"/>
            <a:ext cx="40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</a:p>
        </p:txBody>
      </p:sp>
      <p:sp>
        <p:nvSpPr>
          <p:cNvPr id="32" name="TextBox 343">
            <a:extLst>
              <a:ext uri="{FF2B5EF4-FFF2-40B4-BE49-F238E27FC236}">
                <a16:creationId xmlns:a16="http://schemas.microsoft.com/office/drawing/2014/main" id="{2DA40DCD-C292-3F7C-3E64-AC45664996A6}"/>
              </a:ext>
            </a:extLst>
          </p:cNvPr>
          <p:cNvSpPr txBox="1"/>
          <p:nvPr/>
        </p:nvSpPr>
        <p:spPr>
          <a:xfrm>
            <a:off x="3568943" y="3863582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</a:p>
        </p:txBody>
      </p:sp>
      <p:sp>
        <p:nvSpPr>
          <p:cNvPr id="33" name="TextBox 343">
            <a:extLst>
              <a:ext uri="{FF2B5EF4-FFF2-40B4-BE49-F238E27FC236}">
                <a16:creationId xmlns:a16="http://schemas.microsoft.com/office/drawing/2014/main" id="{B64F3D28-608D-84CE-25CA-B85894FE45AB}"/>
              </a:ext>
            </a:extLst>
          </p:cNvPr>
          <p:cNvSpPr txBox="1"/>
          <p:nvPr/>
        </p:nvSpPr>
        <p:spPr>
          <a:xfrm>
            <a:off x="3838987" y="3871022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C07D97D-CE65-2657-CBE8-6CD07BF9B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561" y="279376"/>
            <a:ext cx="324029" cy="324029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120BE258-762C-B056-4BB3-8902E3996961}"/>
              </a:ext>
            </a:extLst>
          </p:cNvPr>
          <p:cNvSpPr txBox="1"/>
          <p:nvPr/>
        </p:nvSpPr>
        <p:spPr>
          <a:xfrm>
            <a:off x="5811454" y="292238"/>
            <a:ext cx="618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</a:t>
            </a:r>
            <a:endParaRPr lang="zh-CN" altLang="en-US" sz="16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BA3CE58B-95B3-FAE0-BA4A-4BE04EC94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523" y="290023"/>
            <a:ext cx="353673" cy="353673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F99F6DA1-BA31-BED6-3E46-4E25CB3CA2B6}"/>
              </a:ext>
            </a:extLst>
          </p:cNvPr>
          <p:cNvSpPr txBox="1"/>
          <p:nvPr/>
        </p:nvSpPr>
        <p:spPr>
          <a:xfrm>
            <a:off x="4700670" y="292238"/>
            <a:ext cx="59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</a:t>
            </a:r>
            <a:endParaRPr lang="zh-CN" altLang="en-US" sz="16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0BF6C67-2829-E07C-98FB-DB6DD0BC6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541" y="203659"/>
            <a:ext cx="433332" cy="475462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DAD1ED1-390E-09E2-BE07-36AA5A9D45BB}"/>
              </a:ext>
            </a:extLst>
          </p:cNvPr>
          <p:cNvSpPr txBox="1"/>
          <p:nvPr/>
        </p:nvSpPr>
        <p:spPr>
          <a:xfrm>
            <a:off x="6787784" y="307237"/>
            <a:ext cx="618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</a:t>
            </a:r>
            <a:endParaRPr lang="zh-CN" altLang="en-US" sz="16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Box 343">
            <a:extLst>
              <a:ext uri="{FF2B5EF4-FFF2-40B4-BE49-F238E27FC236}">
                <a16:creationId xmlns:a16="http://schemas.microsoft.com/office/drawing/2014/main" id="{B947F174-6FA2-F9FF-0006-998D883D087F}"/>
              </a:ext>
            </a:extLst>
          </p:cNvPr>
          <p:cNvSpPr txBox="1"/>
          <p:nvPr/>
        </p:nvSpPr>
        <p:spPr>
          <a:xfrm>
            <a:off x="893582" y="3329215"/>
            <a:ext cx="25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41" name="Straight Connector 8">
            <a:extLst>
              <a:ext uri="{FF2B5EF4-FFF2-40B4-BE49-F238E27FC236}">
                <a16:creationId xmlns:a16="http://schemas.microsoft.com/office/drawing/2014/main" id="{AA2C7EB2-AD88-E4B9-B0B6-835423E33A99}"/>
              </a:ext>
            </a:extLst>
          </p:cNvPr>
          <p:cNvCxnSpPr>
            <a:cxnSpLocks/>
          </p:cNvCxnSpPr>
          <p:nvPr/>
        </p:nvCxnSpPr>
        <p:spPr>
          <a:xfrm>
            <a:off x="2756252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Connector 11">
            <a:extLst>
              <a:ext uri="{FF2B5EF4-FFF2-40B4-BE49-F238E27FC236}">
                <a16:creationId xmlns:a16="http://schemas.microsoft.com/office/drawing/2014/main" id="{E9733FB6-EB00-E775-8A45-CB35B7FBED17}"/>
              </a:ext>
            </a:extLst>
          </p:cNvPr>
          <p:cNvSpPr/>
          <p:nvPr/>
        </p:nvSpPr>
        <p:spPr>
          <a:xfrm>
            <a:off x="2699102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Connector 13">
            <a:extLst>
              <a:ext uri="{FF2B5EF4-FFF2-40B4-BE49-F238E27FC236}">
                <a16:creationId xmlns:a16="http://schemas.microsoft.com/office/drawing/2014/main" id="{72C09684-BFD9-0FF5-11B4-C8D61C4F0401}"/>
              </a:ext>
            </a:extLst>
          </p:cNvPr>
          <p:cNvCxnSpPr>
            <a:cxnSpLocks/>
          </p:cNvCxnSpPr>
          <p:nvPr/>
        </p:nvCxnSpPr>
        <p:spPr>
          <a:xfrm>
            <a:off x="3099152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chart: Connector 14">
            <a:extLst>
              <a:ext uri="{FF2B5EF4-FFF2-40B4-BE49-F238E27FC236}">
                <a16:creationId xmlns:a16="http://schemas.microsoft.com/office/drawing/2014/main" id="{9F8B4B7B-7554-EA3F-194B-DCF6BADE18ED}"/>
              </a:ext>
            </a:extLst>
          </p:cNvPr>
          <p:cNvSpPr/>
          <p:nvPr/>
        </p:nvSpPr>
        <p:spPr>
          <a:xfrm>
            <a:off x="3042002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Connector 15">
            <a:extLst>
              <a:ext uri="{FF2B5EF4-FFF2-40B4-BE49-F238E27FC236}">
                <a16:creationId xmlns:a16="http://schemas.microsoft.com/office/drawing/2014/main" id="{0FF024D6-0207-C33A-F6CE-ACBA31389ADC}"/>
              </a:ext>
            </a:extLst>
          </p:cNvPr>
          <p:cNvCxnSpPr>
            <a:cxnSpLocks/>
            <a:stCxn id="46" idx="6"/>
            <a:endCxn id="48" idx="2"/>
          </p:cNvCxnSpPr>
          <p:nvPr/>
        </p:nvCxnSpPr>
        <p:spPr>
          <a:xfrm>
            <a:off x="3429660" y="3439073"/>
            <a:ext cx="971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lowchart: Connector 16">
            <a:extLst>
              <a:ext uri="{FF2B5EF4-FFF2-40B4-BE49-F238E27FC236}">
                <a16:creationId xmlns:a16="http://schemas.microsoft.com/office/drawing/2014/main" id="{DF4455C8-E88A-3BA0-6599-9AD942B91D49}"/>
              </a:ext>
            </a:extLst>
          </p:cNvPr>
          <p:cNvSpPr/>
          <p:nvPr/>
        </p:nvSpPr>
        <p:spPr>
          <a:xfrm>
            <a:off x="3372510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17">
            <a:extLst>
              <a:ext uri="{FF2B5EF4-FFF2-40B4-BE49-F238E27FC236}">
                <a16:creationId xmlns:a16="http://schemas.microsoft.com/office/drawing/2014/main" id="{69598149-F5FD-603C-5D0B-9C0F72D3EDD8}"/>
              </a:ext>
            </a:extLst>
          </p:cNvPr>
          <p:cNvCxnSpPr>
            <a:cxnSpLocks/>
          </p:cNvCxnSpPr>
          <p:nvPr/>
        </p:nvCxnSpPr>
        <p:spPr>
          <a:xfrm>
            <a:off x="4458360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20">
            <a:extLst>
              <a:ext uri="{FF2B5EF4-FFF2-40B4-BE49-F238E27FC236}">
                <a16:creationId xmlns:a16="http://schemas.microsoft.com/office/drawing/2014/main" id="{342B1F6C-195C-7238-60D3-45C7E90C12CA}"/>
              </a:ext>
            </a:extLst>
          </p:cNvPr>
          <p:cNvSpPr/>
          <p:nvPr/>
        </p:nvSpPr>
        <p:spPr>
          <a:xfrm>
            <a:off x="4401210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Connector 29">
            <a:extLst>
              <a:ext uri="{FF2B5EF4-FFF2-40B4-BE49-F238E27FC236}">
                <a16:creationId xmlns:a16="http://schemas.microsoft.com/office/drawing/2014/main" id="{46275799-2E6F-A804-99B9-BF23AF132FBC}"/>
              </a:ext>
            </a:extLst>
          </p:cNvPr>
          <p:cNvCxnSpPr>
            <a:cxnSpLocks/>
          </p:cNvCxnSpPr>
          <p:nvPr/>
        </p:nvCxnSpPr>
        <p:spPr>
          <a:xfrm>
            <a:off x="4779991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lowchart: Connector 59">
            <a:extLst>
              <a:ext uri="{FF2B5EF4-FFF2-40B4-BE49-F238E27FC236}">
                <a16:creationId xmlns:a16="http://schemas.microsoft.com/office/drawing/2014/main" id="{FF28FAA4-BD02-F87E-20DE-BE62ECE6131F}"/>
              </a:ext>
            </a:extLst>
          </p:cNvPr>
          <p:cNvSpPr/>
          <p:nvPr/>
        </p:nvSpPr>
        <p:spPr>
          <a:xfrm>
            <a:off x="4722841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Connector 185">
            <a:extLst>
              <a:ext uri="{FF2B5EF4-FFF2-40B4-BE49-F238E27FC236}">
                <a16:creationId xmlns:a16="http://schemas.microsoft.com/office/drawing/2014/main" id="{8A7FB483-05D6-1BAE-7B9F-C859CA750D43}"/>
              </a:ext>
            </a:extLst>
          </p:cNvPr>
          <p:cNvCxnSpPr>
            <a:cxnSpLocks/>
          </p:cNvCxnSpPr>
          <p:nvPr/>
        </p:nvCxnSpPr>
        <p:spPr>
          <a:xfrm>
            <a:off x="5101622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lowchart: Connector 186">
            <a:extLst>
              <a:ext uri="{FF2B5EF4-FFF2-40B4-BE49-F238E27FC236}">
                <a16:creationId xmlns:a16="http://schemas.microsoft.com/office/drawing/2014/main" id="{CBE89851-4479-1F92-9ECD-7804C3899E5D}"/>
              </a:ext>
            </a:extLst>
          </p:cNvPr>
          <p:cNvSpPr/>
          <p:nvPr/>
        </p:nvSpPr>
        <p:spPr>
          <a:xfrm>
            <a:off x="5044472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Connector 187">
            <a:extLst>
              <a:ext uri="{FF2B5EF4-FFF2-40B4-BE49-F238E27FC236}">
                <a16:creationId xmlns:a16="http://schemas.microsoft.com/office/drawing/2014/main" id="{731D02CA-1AAF-F0FF-EB8A-57CA1C47738A}"/>
              </a:ext>
            </a:extLst>
          </p:cNvPr>
          <p:cNvCxnSpPr>
            <a:cxnSpLocks/>
          </p:cNvCxnSpPr>
          <p:nvPr/>
        </p:nvCxnSpPr>
        <p:spPr>
          <a:xfrm>
            <a:off x="5398840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owchart: Connector 188">
            <a:extLst>
              <a:ext uri="{FF2B5EF4-FFF2-40B4-BE49-F238E27FC236}">
                <a16:creationId xmlns:a16="http://schemas.microsoft.com/office/drawing/2014/main" id="{402B8CF3-8831-B650-B3A7-C4BE05B31A2C}"/>
              </a:ext>
            </a:extLst>
          </p:cNvPr>
          <p:cNvSpPr/>
          <p:nvPr/>
        </p:nvSpPr>
        <p:spPr>
          <a:xfrm>
            <a:off x="5356930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Connector 196">
            <a:extLst>
              <a:ext uri="{FF2B5EF4-FFF2-40B4-BE49-F238E27FC236}">
                <a16:creationId xmlns:a16="http://schemas.microsoft.com/office/drawing/2014/main" id="{3C9EE55A-D733-5046-02DC-42053A8D9306}"/>
              </a:ext>
            </a:extLst>
          </p:cNvPr>
          <p:cNvCxnSpPr>
            <a:cxnSpLocks/>
          </p:cNvCxnSpPr>
          <p:nvPr/>
        </p:nvCxnSpPr>
        <p:spPr>
          <a:xfrm>
            <a:off x="5741740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lowchart: Connector 197">
            <a:extLst>
              <a:ext uri="{FF2B5EF4-FFF2-40B4-BE49-F238E27FC236}">
                <a16:creationId xmlns:a16="http://schemas.microsoft.com/office/drawing/2014/main" id="{CF58563F-CF46-50CA-E454-B4DD778ABF33}"/>
              </a:ext>
            </a:extLst>
          </p:cNvPr>
          <p:cNvSpPr/>
          <p:nvPr/>
        </p:nvSpPr>
        <p:spPr>
          <a:xfrm>
            <a:off x="5684590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Straight Connector 198">
            <a:extLst>
              <a:ext uri="{FF2B5EF4-FFF2-40B4-BE49-F238E27FC236}">
                <a16:creationId xmlns:a16="http://schemas.microsoft.com/office/drawing/2014/main" id="{4A017B95-8106-B19C-FD14-B820AD8F3A1C}"/>
              </a:ext>
            </a:extLst>
          </p:cNvPr>
          <p:cNvCxnSpPr>
            <a:cxnSpLocks/>
          </p:cNvCxnSpPr>
          <p:nvPr/>
        </p:nvCxnSpPr>
        <p:spPr>
          <a:xfrm>
            <a:off x="6072248" y="34390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lowchart: Connector 199">
            <a:extLst>
              <a:ext uri="{FF2B5EF4-FFF2-40B4-BE49-F238E27FC236}">
                <a16:creationId xmlns:a16="http://schemas.microsoft.com/office/drawing/2014/main" id="{442F8E93-AAC5-D07C-B23D-5A2DCF15BF25}"/>
              </a:ext>
            </a:extLst>
          </p:cNvPr>
          <p:cNvSpPr/>
          <p:nvPr/>
        </p:nvSpPr>
        <p:spPr>
          <a:xfrm>
            <a:off x="6015098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Flowchart: Connector 202">
            <a:extLst>
              <a:ext uri="{FF2B5EF4-FFF2-40B4-BE49-F238E27FC236}">
                <a16:creationId xmlns:a16="http://schemas.microsoft.com/office/drawing/2014/main" id="{056C837C-4649-7A8B-997A-DF925A24D33C}"/>
              </a:ext>
            </a:extLst>
          </p:cNvPr>
          <p:cNvSpPr/>
          <p:nvPr/>
        </p:nvSpPr>
        <p:spPr>
          <a:xfrm>
            <a:off x="6300848" y="34057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310">
            <a:extLst>
              <a:ext uri="{FF2B5EF4-FFF2-40B4-BE49-F238E27FC236}">
                <a16:creationId xmlns:a16="http://schemas.microsoft.com/office/drawing/2014/main" id="{100240E9-3258-0D00-D949-B1DE0F85FB19}"/>
              </a:ext>
            </a:extLst>
          </p:cNvPr>
          <p:cNvSpPr txBox="1"/>
          <p:nvPr/>
        </p:nvSpPr>
        <p:spPr>
          <a:xfrm>
            <a:off x="2450300" y="3066743"/>
            <a:ext cx="424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r>
          </a:p>
        </p:txBody>
      </p:sp>
      <p:sp>
        <p:nvSpPr>
          <p:cNvPr id="61" name="TextBox 339">
            <a:extLst>
              <a:ext uri="{FF2B5EF4-FFF2-40B4-BE49-F238E27FC236}">
                <a16:creationId xmlns:a16="http://schemas.microsoft.com/office/drawing/2014/main" id="{0F7B1769-9DCF-B306-10D4-24620AAAFD22}"/>
              </a:ext>
            </a:extLst>
          </p:cNvPr>
          <p:cNvSpPr txBox="1"/>
          <p:nvPr/>
        </p:nvSpPr>
        <p:spPr>
          <a:xfrm>
            <a:off x="2880607" y="3055791"/>
            <a:ext cx="448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</a:p>
        </p:txBody>
      </p:sp>
      <p:sp>
        <p:nvSpPr>
          <p:cNvPr id="62" name="TextBox 340">
            <a:extLst>
              <a:ext uri="{FF2B5EF4-FFF2-40B4-BE49-F238E27FC236}">
                <a16:creationId xmlns:a16="http://schemas.microsoft.com/office/drawing/2014/main" id="{087EF6AA-57EF-246C-3775-8E4C13BA72FB}"/>
              </a:ext>
            </a:extLst>
          </p:cNvPr>
          <p:cNvSpPr txBox="1"/>
          <p:nvPr/>
        </p:nvSpPr>
        <p:spPr>
          <a:xfrm>
            <a:off x="3222134" y="3057174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</a:p>
        </p:txBody>
      </p:sp>
      <p:sp>
        <p:nvSpPr>
          <p:cNvPr id="63" name="TextBox 341">
            <a:extLst>
              <a:ext uri="{FF2B5EF4-FFF2-40B4-BE49-F238E27FC236}">
                <a16:creationId xmlns:a16="http://schemas.microsoft.com/office/drawing/2014/main" id="{79A3D4B8-882A-243C-CE7D-E2D905809BE1}"/>
              </a:ext>
            </a:extLst>
          </p:cNvPr>
          <p:cNvSpPr txBox="1"/>
          <p:nvPr/>
        </p:nvSpPr>
        <p:spPr>
          <a:xfrm>
            <a:off x="4111652" y="3405092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192" name="TextBox 342">
            <a:extLst>
              <a:ext uri="{FF2B5EF4-FFF2-40B4-BE49-F238E27FC236}">
                <a16:creationId xmlns:a16="http://schemas.microsoft.com/office/drawing/2014/main" id="{2285B9CA-F5CA-4E8A-9ECE-7C308A63EED4}"/>
              </a:ext>
            </a:extLst>
          </p:cNvPr>
          <p:cNvSpPr txBox="1"/>
          <p:nvPr/>
        </p:nvSpPr>
        <p:spPr>
          <a:xfrm>
            <a:off x="4506633" y="3429865"/>
            <a:ext cx="54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119</a:t>
            </a:r>
          </a:p>
        </p:txBody>
      </p:sp>
      <p:sp>
        <p:nvSpPr>
          <p:cNvPr id="193" name="TextBox 343">
            <a:extLst>
              <a:ext uri="{FF2B5EF4-FFF2-40B4-BE49-F238E27FC236}">
                <a16:creationId xmlns:a16="http://schemas.microsoft.com/office/drawing/2014/main" id="{378A11C0-D08D-2EA8-16DF-3E7F906443A6}"/>
              </a:ext>
            </a:extLst>
          </p:cNvPr>
          <p:cNvSpPr txBox="1"/>
          <p:nvPr/>
        </p:nvSpPr>
        <p:spPr>
          <a:xfrm>
            <a:off x="4797013" y="3429865"/>
            <a:ext cx="383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</a:p>
        </p:txBody>
      </p:sp>
      <p:sp>
        <p:nvSpPr>
          <p:cNvPr id="194" name="TextBox 343">
            <a:extLst>
              <a:ext uri="{FF2B5EF4-FFF2-40B4-BE49-F238E27FC236}">
                <a16:creationId xmlns:a16="http://schemas.microsoft.com/office/drawing/2014/main" id="{9AC7D61C-73E5-CAB1-B1CA-69EBA0EB5A74}"/>
              </a:ext>
            </a:extLst>
          </p:cNvPr>
          <p:cNvSpPr txBox="1"/>
          <p:nvPr/>
        </p:nvSpPr>
        <p:spPr>
          <a:xfrm>
            <a:off x="5180045" y="3428328"/>
            <a:ext cx="533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</a:t>
            </a:r>
          </a:p>
        </p:txBody>
      </p:sp>
      <p:sp>
        <p:nvSpPr>
          <p:cNvPr id="195" name="TextBox 343">
            <a:extLst>
              <a:ext uri="{FF2B5EF4-FFF2-40B4-BE49-F238E27FC236}">
                <a16:creationId xmlns:a16="http://schemas.microsoft.com/office/drawing/2014/main" id="{FCC013DB-A69E-B4AC-C4FA-3EC71E296E93}"/>
              </a:ext>
            </a:extLst>
          </p:cNvPr>
          <p:cNvSpPr txBox="1"/>
          <p:nvPr/>
        </p:nvSpPr>
        <p:spPr>
          <a:xfrm>
            <a:off x="5498363" y="3436727"/>
            <a:ext cx="40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</a:t>
            </a:r>
          </a:p>
        </p:txBody>
      </p:sp>
      <p:sp>
        <p:nvSpPr>
          <p:cNvPr id="196" name="TextBox 343">
            <a:extLst>
              <a:ext uri="{FF2B5EF4-FFF2-40B4-BE49-F238E27FC236}">
                <a16:creationId xmlns:a16="http://schemas.microsoft.com/office/drawing/2014/main" id="{9D3655F9-A76A-8AEE-9600-98FD78CBA52E}"/>
              </a:ext>
            </a:extLst>
          </p:cNvPr>
          <p:cNvSpPr txBox="1"/>
          <p:nvPr/>
        </p:nvSpPr>
        <p:spPr>
          <a:xfrm>
            <a:off x="5862753" y="3435554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</a:p>
        </p:txBody>
      </p:sp>
      <p:sp>
        <p:nvSpPr>
          <p:cNvPr id="197" name="TextBox 343">
            <a:extLst>
              <a:ext uri="{FF2B5EF4-FFF2-40B4-BE49-F238E27FC236}">
                <a16:creationId xmlns:a16="http://schemas.microsoft.com/office/drawing/2014/main" id="{79F11A66-001E-16B9-7F45-34A2294E40C3}"/>
              </a:ext>
            </a:extLst>
          </p:cNvPr>
          <p:cNvSpPr txBox="1"/>
          <p:nvPr/>
        </p:nvSpPr>
        <p:spPr>
          <a:xfrm>
            <a:off x="6132797" y="344299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</a:p>
        </p:txBody>
      </p:sp>
      <p:cxnSp>
        <p:nvCxnSpPr>
          <p:cNvPr id="198" name="Straight Connector 248">
            <a:extLst>
              <a:ext uri="{FF2B5EF4-FFF2-40B4-BE49-F238E27FC236}">
                <a16:creationId xmlns:a16="http://schemas.microsoft.com/office/drawing/2014/main" id="{3FFC6C14-6489-FA17-5201-BE9010BD8251}"/>
              </a:ext>
            </a:extLst>
          </p:cNvPr>
          <p:cNvCxnSpPr>
            <a:cxnSpLocks/>
          </p:cNvCxnSpPr>
          <p:nvPr/>
        </p:nvCxnSpPr>
        <p:spPr>
          <a:xfrm>
            <a:off x="3411152" y="3425091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6">
            <a:extLst>
              <a:ext uri="{FF2B5EF4-FFF2-40B4-BE49-F238E27FC236}">
                <a16:creationId xmlns:a16="http://schemas.microsoft.com/office/drawing/2014/main" id="{4D3F385A-886B-C230-2098-114D1B7B3802}"/>
              </a:ext>
            </a:extLst>
          </p:cNvPr>
          <p:cNvCxnSpPr>
            <a:cxnSpLocks/>
          </p:cNvCxnSpPr>
          <p:nvPr/>
        </p:nvCxnSpPr>
        <p:spPr>
          <a:xfrm>
            <a:off x="5128720" y="389465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Flowchart: Connector 197">
            <a:extLst>
              <a:ext uri="{FF2B5EF4-FFF2-40B4-BE49-F238E27FC236}">
                <a16:creationId xmlns:a16="http://schemas.microsoft.com/office/drawing/2014/main" id="{73191D8A-4F46-10D2-0E2F-F2E775E10A56}"/>
              </a:ext>
            </a:extLst>
          </p:cNvPr>
          <p:cNvSpPr/>
          <p:nvPr/>
        </p:nvSpPr>
        <p:spPr>
          <a:xfrm>
            <a:off x="5071570" y="386131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Straight Connector 198">
            <a:extLst>
              <a:ext uri="{FF2B5EF4-FFF2-40B4-BE49-F238E27FC236}">
                <a16:creationId xmlns:a16="http://schemas.microsoft.com/office/drawing/2014/main" id="{50922224-AA7B-0157-23E1-7D06DD9D896D}"/>
              </a:ext>
            </a:extLst>
          </p:cNvPr>
          <p:cNvCxnSpPr>
            <a:cxnSpLocks/>
          </p:cNvCxnSpPr>
          <p:nvPr/>
        </p:nvCxnSpPr>
        <p:spPr>
          <a:xfrm>
            <a:off x="5459228" y="389465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Flowchart: Connector 199">
            <a:extLst>
              <a:ext uri="{FF2B5EF4-FFF2-40B4-BE49-F238E27FC236}">
                <a16:creationId xmlns:a16="http://schemas.microsoft.com/office/drawing/2014/main" id="{C3323A22-C56D-03ED-FF5B-AFBF934C03E3}"/>
              </a:ext>
            </a:extLst>
          </p:cNvPr>
          <p:cNvSpPr/>
          <p:nvPr/>
        </p:nvSpPr>
        <p:spPr>
          <a:xfrm>
            <a:off x="5402078" y="386131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Flowchart: Connector 202">
            <a:extLst>
              <a:ext uri="{FF2B5EF4-FFF2-40B4-BE49-F238E27FC236}">
                <a16:creationId xmlns:a16="http://schemas.microsoft.com/office/drawing/2014/main" id="{351EEC37-D3DD-FE1A-CD7A-FA051E32C8CC}"/>
              </a:ext>
            </a:extLst>
          </p:cNvPr>
          <p:cNvSpPr/>
          <p:nvPr/>
        </p:nvSpPr>
        <p:spPr>
          <a:xfrm>
            <a:off x="5687828" y="386131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TextBox 343">
            <a:extLst>
              <a:ext uri="{FF2B5EF4-FFF2-40B4-BE49-F238E27FC236}">
                <a16:creationId xmlns:a16="http://schemas.microsoft.com/office/drawing/2014/main" id="{0E70E761-1CEC-B127-CF47-96D28A9D8D8D}"/>
              </a:ext>
            </a:extLst>
          </p:cNvPr>
          <p:cNvSpPr txBox="1"/>
          <p:nvPr/>
        </p:nvSpPr>
        <p:spPr>
          <a:xfrm>
            <a:off x="5249733" y="3891134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</a:p>
        </p:txBody>
      </p:sp>
      <p:sp>
        <p:nvSpPr>
          <p:cNvPr id="206" name="TextBox 343">
            <a:extLst>
              <a:ext uri="{FF2B5EF4-FFF2-40B4-BE49-F238E27FC236}">
                <a16:creationId xmlns:a16="http://schemas.microsoft.com/office/drawing/2014/main" id="{614F26ED-2D8D-47A9-37EE-8295E84FDE67}"/>
              </a:ext>
            </a:extLst>
          </p:cNvPr>
          <p:cNvSpPr txBox="1"/>
          <p:nvPr/>
        </p:nvSpPr>
        <p:spPr>
          <a:xfrm>
            <a:off x="5519777" y="389857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</a:p>
        </p:txBody>
      </p:sp>
      <p:cxnSp>
        <p:nvCxnSpPr>
          <p:cNvPr id="207" name="Straight Connector 248">
            <a:extLst>
              <a:ext uri="{FF2B5EF4-FFF2-40B4-BE49-F238E27FC236}">
                <a16:creationId xmlns:a16="http://schemas.microsoft.com/office/drawing/2014/main" id="{FA16C26E-C760-2EC0-20E2-5530070F9161}"/>
              </a:ext>
            </a:extLst>
          </p:cNvPr>
          <p:cNvCxnSpPr>
            <a:cxnSpLocks/>
          </p:cNvCxnSpPr>
          <p:nvPr/>
        </p:nvCxnSpPr>
        <p:spPr>
          <a:xfrm>
            <a:off x="5077278" y="3398182"/>
            <a:ext cx="10749" cy="5371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198">
            <a:extLst>
              <a:ext uri="{FF2B5EF4-FFF2-40B4-BE49-F238E27FC236}">
                <a16:creationId xmlns:a16="http://schemas.microsoft.com/office/drawing/2014/main" id="{0FB8E3ED-6F24-71C9-67A4-F1FA1073C0A9}"/>
              </a:ext>
            </a:extLst>
          </p:cNvPr>
          <p:cNvCxnSpPr>
            <a:cxnSpLocks/>
          </p:cNvCxnSpPr>
          <p:nvPr/>
        </p:nvCxnSpPr>
        <p:spPr>
          <a:xfrm>
            <a:off x="5724989" y="389465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lowchart: Connector 202">
            <a:extLst>
              <a:ext uri="{FF2B5EF4-FFF2-40B4-BE49-F238E27FC236}">
                <a16:creationId xmlns:a16="http://schemas.microsoft.com/office/drawing/2014/main" id="{2538A8CD-169C-7121-74DA-3602493DC6DF}"/>
              </a:ext>
            </a:extLst>
          </p:cNvPr>
          <p:cNvSpPr/>
          <p:nvPr/>
        </p:nvSpPr>
        <p:spPr>
          <a:xfrm>
            <a:off x="5953589" y="386131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TextBox 343">
            <a:extLst>
              <a:ext uri="{FF2B5EF4-FFF2-40B4-BE49-F238E27FC236}">
                <a16:creationId xmlns:a16="http://schemas.microsoft.com/office/drawing/2014/main" id="{A6BAD73B-8887-B3AE-D907-B3FB4D09FEC1}"/>
              </a:ext>
            </a:extLst>
          </p:cNvPr>
          <p:cNvSpPr txBox="1"/>
          <p:nvPr/>
        </p:nvSpPr>
        <p:spPr>
          <a:xfrm>
            <a:off x="5785538" y="389857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</a:p>
        </p:txBody>
      </p:sp>
      <p:sp>
        <p:nvSpPr>
          <p:cNvPr id="211" name="TextBox 343">
            <a:extLst>
              <a:ext uri="{FF2B5EF4-FFF2-40B4-BE49-F238E27FC236}">
                <a16:creationId xmlns:a16="http://schemas.microsoft.com/office/drawing/2014/main" id="{59B536E3-8943-78F2-C666-683C5249000A}"/>
              </a:ext>
            </a:extLst>
          </p:cNvPr>
          <p:cNvSpPr txBox="1"/>
          <p:nvPr/>
        </p:nvSpPr>
        <p:spPr>
          <a:xfrm>
            <a:off x="4792247" y="3891134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</a:p>
        </p:txBody>
      </p:sp>
      <p:cxnSp>
        <p:nvCxnSpPr>
          <p:cNvPr id="212" name="Straight Connector 196">
            <a:extLst>
              <a:ext uri="{FF2B5EF4-FFF2-40B4-BE49-F238E27FC236}">
                <a16:creationId xmlns:a16="http://schemas.microsoft.com/office/drawing/2014/main" id="{C0C5C84A-5E54-FC19-6556-EDC436A32DB7}"/>
              </a:ext>
            </a:extLst>
          </p:cNvPr>
          <p:cNvCxnSpPr>
            <a:cxnSpLocks/>
          </p:cNvCxnSpPr>
          <p:nvPr/>
        </p:nvCxnSpPr>
        <p:spPr>
          <a:xfrm>
            <a:off x="5136340" y="4370104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Flowchart: Connector 197">
            <a:extLst>
              <a:ext uri="{FF2B5EF4-FFF2-40B4-BE49-F238E27FC236}">
                <a16:creationId xmlns:a16="http://schemas.microsoft.com/office/drawing/2014/main" id="{92838E60-697E-00D8-A517-1966F1F25B44}"/>
              </a:ext>
            </a:extLst>
          </p:cNvPr>
          <p:cNvSpPr/>
          <p:nvPr/>
        </p:nvSpPr>
        <p:spPr>
          <a:xfrm>
            <a:off x="5079190" y="433677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Straight Connector 198">
            <a:extLst>
              <a:ext uri="{FF2B5EF4-FFF2-40B4-BE49-F238E27FC236}">
                <a16:creationId xmlns:a16="http://schemas.microsoft.com/office/drawing/2014/main" id="{8174DD66-08D9-321A-286E-D141901B5BC5}"/>
              </a:ext>
            </a:extLst>
          </p:cNvPr>
          <p:cNvCxnSpPr>
            <a:cxnSpLocks/>
          </p:cNvCxnSpPr>
          <p:nvPr/>
        </p:nvCxnSpPr>
        <p:spPr>
          <a:xfrm>
            <a:off x="5466848" y="4370104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Flowchart: Connector 199">
            <a:extLst>
              <a:ext uri="{FF2B5EF4-FFF2-40B4-BE49-F238E27FC236}">
                <a16:creationId xmlns:a16="http://schemas.microsoft.com/office/drawing/2014/main" id="{5D7BA52A-416F-EC02-F977-A8E37EF9C93D}"/>
              </a:ext>
            </a:extLst>
          </p:cNvPr>
          <p:cNvSpPr/>
          <p:nvPr/>
        </p:nvSpPr>
        <p:spPr>
          <a:xfrm>
            <a:off x="5409698" y="433677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Flowchart: Connector 202">
            <a:extLst>
              <a:ext uri="{FF2B5EF4-FFF2-40B4-BE49-F238E27FC236}">
                <a16:creationId xmlns:a16="http://schemas.microsoft.com/office/drawing/2014/main" id="{6BE91D4A-B26E-9CBC-5331-DDE8270C8D33}"/>
              </a:ext>
            </a:extLst>
          </p:cNvPr>
          <p:cNvSpPr/>
          <p:nvPr/>
        </p:nvSpPr>
        <p:spPr>
          <a:xfrm>
            <a:off x="5695448" y="433677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TextBox 343">
            <a:extLst>
              <a:ext uri="{FF2B5EF4-FFF2-40B4-BE49-F238E27FC236}">
                <a16:creationId xmlns:a16="http://schemas.microsoft.com/office/drawing/2014/main" id="{93C94896-E80B-BFF0-F4D6-9008C053C0C7}"/>
              </a:ext>
            </a:extLst>
          </p:cNvPr>
          <p:cNvSpPr txBox="1"/>
          <p:nvPr/>
        </p:nvSpPr>
        <p:spPr>
          <a:xfrm>
            <a:off x="5257353" y="4366585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</a:t>
            </a:r>
          </a:p>
        </p:txBody>
      </p:sp>
      <p:sp>
        <p:nvSpPr>
          <p:cNvPr id="218" name="TextBox 343">
            <a:extLst>
              <a:ext uri="{FF2B5EF4-FFF2-40B4-BE49-F238E27FC236}">
                <a16:creationId xmlns:a16="http://schemas.microsoft.com/office/drawing/2014/main" id="{94F620A3-2601-6125-B09B-DF6D943BC520}"/>
              </a:ext>
            </a:extLst>
          </p:cNvPr>
          <p:cNvSpPr txBox="1"/>
          <p:nvPr/>
        </p:nvSpPr>
        <p:spPr>
          <a:xfrm>
            <a:off x="5446038" y="4370453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</a:p>
        </p:txBody>
      </p:sp>
      <p:cxnSp>
        <p:nvCxnSpPr>
          <p:cNvPr id="219" name="Straight Connector 198">
            <a:extLst>
              <a:ext uri="{FF2B5EF4-FFF2-40B4-BE49-F238E27FC236}">
                <a16:creationId xmlns:a16="http://schemas.microsoft.com/office/drawing/2014/main" id="{CE6DA591-3403-E67E-72F9-E66D313343F3}"/>
              </a:ext>
            </a:extLst>
          </p:cNvPr>
          <p:cNvCxnSpPr>
            <a:cxnSpLocks/>
          </p:cNvCxnSpPr>
          <p:nvPr/>
        </p:nvCxnSpPr>
        <p:spPr>
          <a:xfrm>
            <a:off x="5732609" y="4370104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Flowchart: Connector 202">
            <a:extLst>
              <a:ext uri="{FF2B5EF4-FFF2-40B4-BE49-F238E27FC236}">
                <a16:creationId xmlns:a16="http://schemas.microsoft.com/office/drawing/2014/main" id="{F89FBC14-9C47-FF85-77DD-8D22D4624C8F}"/>
              </a:ext>
            </a:extLst>
          </p:cNvPr>
          <p:cNvSpPr/>
          <p:nvPr/>
        </p:nvSpPr>
        <p:spPr>
          <a:xfrm>
            <a:off x="5961209" y="433677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TextBox 343">
            <a:extLst>
              <a:ext uri="{FF2B5EF4-FFF2-40B4-BE49-F238E27FC236}">
                <a16:creationId xmlns:a16="http://schemas.microsoft.com/office/drawing/2014/main" id="{B8E75EC4-4DC5-48CC-9701-78B1B254CCC8}"/>
              </a:ext>
            </a:extLst>
          </p:cNvPr>
          <p:cNvSpPr txBox="1"/>
          <p:nvPr/>
        </p:nvSpPr>
        <p:spPr>
          <a:xfrm>
            <a:off x="5800301" y="4374025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</a:p>
        </p:txBody>
      </p:sp>
      <p:sp>
        <p:nvSpPr>
          <p:cNvPr id="222" name="TextBox 343">
            <a:extLst>
              <a:ext uri="{FF2B5EF4-FFF2-40B4-BE49-F238E27FC236}">
                <a16:creationId xmlns:a16="http://schemas.microsoft.com/office/drawing/2014/main" id="{6BEE310D-CDFB-9DE3-D1CD-65D6EE2A1AB0}"/>
              </a:ext>
            </a:extLst>
          </p:cNvPr>
          <p:cNvSpPr txBox="1"/>
          <p:nvPr/>
        </p:nvSpPr>
        <p:spPr>
          <a:xfrm>
            <a:off x="4795454" y="4349500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</a:t>
            </a:r>
          </a:p>
        </p:txBody>
      </p:sp>
      <p:cxnSp>
        <p:nvCxnSpPr>
          <p:cNvPr id="223" name="Straight Connector 248">
            <a:extLst>
              <a:ext uri="{FF2B5EF4-FFF2-40B4-BE49-F238E27FC236}">
                <a16:creationId xmlns:a16="http://schemas.microsoft.com/office/drawing/2014/main" id="{4BCCCB37-3A77-6F73-304D-70FB504F8359}"/>
              </a:ext>
            </a:extLst>
          </p:cNvPr>
          <p:cNvCxnSpPr>
            <a:cxnSpLocks/>
            <a:endCxn id="213" idx="0"/>
          </p:cNvCxnSpPr>
          <p:nvPr/>
        </p:nvCxnSpPr>
        <p:spPr>
          <a:xfrm>
            <a:off x="5101059" y="3910667"/>
            <a:ext cx="6706" cy="42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48">
            <a:extLst>
              <a:ext uri="{FF2B5EF4-FFF2-40B4-BE49-F238E27FC236}">
                <a16:creationId xmlns:a16="http://schemas.microsoft.com/office/drawing/2014/main" id="{06D6FABE-A6DC-242D-FFEF-A7C0CFF02FF3}"/>
              </a:ext>
            </a:extLst>
          </p:cNvPr>
          <p:cNvCxnSpPr>
            <a:cxnSpLocks/>
          </p:cNvCxnSpPr>
          <p:nvPr/>
        </p:nvCxnSpPr>
        <p:spPr>
          <a:xfrm>
            <a:off x="5116573" y="4342315"/>
            <a:ext cx="0" cy="8727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Flowchart: Connector 202">
            <a:extLst>
              <a:ext uri="{FF2B5EF4-FFF2-40B4-BE49-F238E27FC236}">
                <a16:creationId xmlns:a16="http://schemas.microsoft.com/office/drawing/2014/main" id="{5A057B2A-AA87-48F1-FBDF-B132C4F9B8FF}"/>
              </a:ext>
            </a:extLst>
          </p:cNvPr>
          <p:cNvSpPr/>
          <p:nvPr/>
        </p:nvSpPr>
        <p:spPr>
          <a:xfrm>
            <a:off x="5708178" y="4755425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TextBox 343">
            <a:extLst>
              <a:ext uri="{FF2B5EF4-FFF2-40B4-BE49-F238E27FC236}">
                <a16:creationId xmlns:a16="http://schemas.microsoft.com/office/drawing/2014/main" id="{BFC122B8-FB29-ED45-A109-5BAF1616CD65}"/>
              </a:ext>
            </a:extLst>
          </p:cNvPr>
          <p:cNvSpPr txBox="1"/>
          <p:nvPr/>
        </p:nvSpPr>
        <p:spPr>
          <a:xfrm>
            <a:off x="5345728" y="4650186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</a:p>
        </p:txBody>
      </p:sp>
      <p:cxnSp>
        <p:nvCxnSpPr>
          <p:cNvPr id="227" name="Straight Connector 248">
            <a:extLst>
              <a:ext uri="{FF2B5EF4-FFF2-40B4-BE49-F238E27FC236}">
                <a16:creationId xmlns:a16="http://schemas.microsoft.com/office/drawing/2014/main" id="{F49E0160-C347-81E0-CD62-DBC314C3EAD4}"/>
              </a:ext>
            </a:extLst>
          </p:cNvPr>
          <p:cNvCxnSpPr>
            <a:cxnSpLocks/>
          </p:cNvCxnSpPr>
          <p:nvPr/>
        </p:nvCxnSpPr>
        <p:spPr>
          <a:xfrm>
            <a:off x="5735848" y="4753591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Flowchart: Connector 202">
            <a:extLst>
              <a:ext uri="{FF2B5EF4-FFF2-40B4-BE49-F238E27FC236}">
                <a16:creationId xmlns:a16="http://schemas.microsoft.com/office/drawing/2014/main" id="{6A4869AE-0DF9-7103-0497-100921A82F34}"/>
              </a:ext>
            </a:extLst>
          </p:cNvPr>
          <p:cNvSpPr/>
          <p:nvPr/>
        </p:nvSpPr>
        <p:spPr>
          <a:xfrm>
            <a:off x="5719284" y="503947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343">
            <a:extLst>
              <a:ext uri="{FF2B5EF4-FFF2-40B4-BE49-F238E27FC236}">
                <a16:creationId xmlns:a16="http://schemas.microsoft.com/office/drawing/2014/main" id="{AEDC90F7-FFE7-CA01-6B59-392626A856BB}"/>
              </a:ext>
            </a:extLst>
          </p:cNvPr>
          <p:cNvSpPr txBox="1"/>
          <p:nvPr/>
        </p:nvSpPr>
        <p:spPr>
          <a:xfrm>
            <a:off x="5360723" y="4920878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</a:p>
        </p:txBody>
      </p:sp>
      <p:cxnSp>
        <p:nvCxnSpPr>
          <p:cNvPr id="230" name="Straight Connector 248">
            <a:extLst>
              <a:ext uri="{FF2B5EF4-FFF2-40B4-BE49-F238E27FC236}">
                <a16:creationId xmlns:a16="http://schemas.microsoft.com/office/drawing/2014/main" id="{23E879F3-E807-99B7-7CBF-89164B654C10}"/>
              </a:ext>
            </a:extLst>
          </p:cNvPr>
          <p:cNvCxnSpPr>
            <a:cxnSpLocks/>
          </p:cNvCxnSpPr>
          <p:nvPr/>
        </p:nvCxnSpPr>
        <p:spPr>
          <a:xfrm>
            <a:off x="5747190" y="5105951"/>
            <a:ext cx="0" cy="2828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Flowchart: Connector 202">
            <a:extLst>
              <a:ext uri="{FF2B5EF4-FFF2-40B4-BE49-F238E27FC236}">
                <a16:creationId xmlns:a16="http://schemas.microsoft.com/office/drawing/2014/main" id="{C0C17988-E448-0544-DBBC-F9FD947F8920}"/>
              </a:ext>
            </a:extLst>
          </p:cNvPr>
          <p:cNvSpPr/>
          <p:nvPr/>
        </p:nvSpPr>
        <p:spPr>
          <a:xfrm>
            <a:off x="5727419" y="532510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343">
            <a:extLst>
              <a:ext uri="{FF2B5EF4-FFF2-40B4-BE49-F238E27FC236}">
                <a16:creationId xmlns:a16="http://schemas.microsoft.com/office/drawing/2014/main" id="{631D84C6-3E0F-5CCA-7007-870684AEAEA4}"/>
              </a:ext>
            </a:extLst>
          </p:cNvPr>
          <p:cNvSpPr txBox="1"/>
          <p:nvPr/>
        </p:nvSpPr>
        <p:spPr>
          <a:xfrm>
            <a:off x="5359816" y="5210257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</a:t>
            </a:r>
          </a:p>
        </p:txBody>
      </p:sp>
      <p:cxnSp>
        <p:nvCxnSpPr>
          <p:cNvPr id="233" name="Straight Connector 13">
            <a:extLst>
              <a:ext uri="{FF2B5EF4-FFF2-40B4-BE49-F238E27FC236}">
                <a16:creationId xmlns:a16="http://schemas.microsoft.com/office/drawing/2014/main" id="{82D267FC-0214-06C4-D8FE-921C3534D23C}"/>
              </a:ext>
            </a:extLst>
          </p:cNvPr>
          <p:cNvCxnSpPr>
            <a:cxnSpLocks/>
          </p:cNvCxnSpPr>
          <p:nvPr/>
        </p:nvCxnSpPr>
        <p:spPr>
          <a:xfrm>
            <a:off x="5766898" y="5356879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13">
            <a:extLst>
              <a:ext uri="{FF2B5EF4-FFF2-40B4-BE49-F238E27FC236}">
                <a16:creationId xmlns:a16="http://schemas.microsoft.com/office/drawing/2014/main" id="{0598B26E-20FD-6137-A124-D39F7F03ADDD}"/>
              </a:ext>
            </a:extLst>
          </p:cNvPr>
          <p:cNvCxnSpPr>
            <a:cxnSpLocks/>
          </p:cNvCxnSpPr>
          <p:nvPr/>
        </p:nvCxnSpPr>
        <p:spPr>
          <a:xfrm>
            <a:off x="5751024" y="5077195"/>
            <a:ext cx="6361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Flowchart: Connector 202">
            <a:extLst>
              <a:ext uri="{FF2B5EF4-FFF2-40B4-BE49-F238E27FC236}">
                <a16:creationId xmlns:a16="http://schemas.microsoft.com/office/drawing/2014/main" id="{9841EB54-086B-3241-A181-5AFF7D1E406C}"/>
              </a:ext>
            </a:extLst>
          </p:cNvPr>
          <p:cNvSpPr/>
          <p:nvPr/>
        </p:nvSpPr>
        <p:spPr>
          <a:xfrm>
            <a:off x="6042307" y="532394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Flowchart: Connector 202">
            <a:extLst>
              <a:ext uri="{FF2B5EF4-FFF2-40B4-BE49-F238E27FC236}">
                <a16:creationId xmlns:a16="http://schemas.microsoft.com/office/drawing/2014/main" id="{D5958404-3C4A-575F-6A0D-66A8C373DD40}"/>
              </a:ext>
            </a:extLst>
          </p:cNvPr>
          <p:cNvSpPr/>
          <p:nvPr/>
        </p:nvSpPr>
        <p:spPr>
          <a:xfrm>
            <a:off x="6389176" y="504366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7" name="Straight Connector 248">
            <a:extLst>
              <a:ext uri="{FF2B5EF4-FFF2-40B4-BE49-F238E27FC236}">
                <a16:creationId xmlns:a16="http://schemas.microsoft.com/office/drawing/2014/main" id="{664F6ADF-A264-1E66-0836-9EB24C141845}"/>
              </a:ext>
            </a:extLst>
          </p:cNvPr>
          <p:cNvCxnSpPr>
            <a:cxnSpLocks/>
          </p:cNvCxnSpPr>
          <p:nvPr/>
        </p:nvCxnSpPr>
        <p:spPr>
          <a:xfrm>
            <a:off x="6409459" y="4805184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Flowchart: Connector 202">
            <a:extLst>
              <a:ext uri="{FF2B5EF4-FFF2-40B4-BE49-F238E27FC236}">
                <a16:creationId xmlns:a16="http://schemas.microsoft.com/office/drawing/2014/main" id="{87ABFCDB-771E-39C9-C6E0-DC4945B4C768}"/>
              </a:ext>
            </a:extLst>
          </p:cNvPr>
          <p:cNvSpPr/>
          <p:nvPr/>
        </p:nvSpPr>
        <p:spPr>
          <a:xfrm>
            <a:off x="6376476" y="477061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TextBox 343">
            <a:extLst>
              <a:ext uri="{FF2B5EF4-FFF2-40B4-BE49-F238E27FC236}">
                <a16:creationId xmlns:a16="http://schemas.microsoft.com/office/drawing/2014/main" id="{A65ACF38-A50C-BF3E-F6D3-15103A7B9B5F}"/>
              </a:ext>
            </a:extLst>
          </p:cNvPr>
          <p:cNvSpPr txBox="1"/>
          <p:nvPr/>
        </p:nvSpPr>
        <p:spPr>
          <a:xfrm>
            <a:off x="6070223" y="519081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</a:t>
            </a:r>
          </a:p>
        </p:txBody>
      </p:sp>
      <p:sp>
        <p:nvSpPr>
          <p:cNvPr id="240" name="TextBox 343">
            <a:extLst>
              <a:ext uri="{FF2B5EF4-FFF2-40B4-BE49-F238E27FC236}">
                <a16:creationId xmlns:a16="http://schemas.microsoft.com/office/drawing/2014/main" id="{C439B600-C99F-0F2A-EB49-18A0CB138CE4}"/>
              </a:ext>
            </a:extLst>
          </p:cNvPr>
          <p:cNvSpPr txBox="1"/>
          <p:nvPr/>
        </p:nvSpPr>
        <p:spPr>
          <a:xfrm>
            <a:off x="6391691" y="4903869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</a:p>
        </p:txBody>
      </p:sp>
      <p:sp>
        <p:nvSpPr>
          <p:cNvPr id="241" name="TextBox 343">
            <a:extLst>
              <a:ext uri="{FF2B5EF4-FFF2-40B4-BE49-F238E27FC236}">
                <a16:creationId xmlns:a16="http://schemas.microsoft.com/office/drawing/2014/main" id="{0E70F9F2-3658-6C22-BB62-D53BC6457817}"/>
              </a:ext>
            </a:extLst>
          </p:cNvPr>
          <p:cNvSpPr txBox="1"/>
          <p:nvPr/>
        </p:nvSpPr>
        <p:spPr>
          <a:xfrm>
            <a:off x="6384038" y="4645686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</a:p>
        </p:txBody>
      </p:sp>
      <p:cxnSp>
        <p:nvCxnSpPr>
          <p:cNvPr id="242" name="Straight Connector 248">
            <a:extLst>
              <a:ext uri="{FF2B5EF4-FFF2-40B4-BE49-F238E27FC236}">
                <a16:creationId xmlns:a16="http://schemas.microsoft.com/office/drawing/2014/main" id="{958DB5D6-1407-5A2A-77B7-B74F6E66D460}"/>
              </a:ext>
            </a:extLst>
          </p:cNvPr>
          <p:cNvCxnSpPr>
            <a:cxnSpLocks/>
            <a:endCxn id="226" idx="3"/>
          </p:cNvCxnSpPr>
          <p:nvPr/>
        </p:nvCxnSpPr>
        <p:spPr>
          <a:xfrm>
            <a:off x="5727478" y="4380018"/>
            <a:ext cx="10910" cy="4240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Flowchart: Connector 202">
            <a:extLst>
              <a:ext uri="{FF2B5EF4-FFF2-40B4-BE49-F238E27FC236}">
                <a16:creationId xmlns:a16="http://schemas.microsoft.com/office/drawing/2014/main" id="{86637160-FE63-1D9E-306B-7D27A0A8C852}"/>
              </a:ext>
            </a:extLst>
          </p:cNvPr>
          <p:cNvSpPr/>
          <p:nvPr/>
        </p:nvSpPr>
        <p:spPr>
          <a:xfrm>
            <a:off x="5086972" y="515643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TextBox 343">
            <a:extLst>
              <a:ext uri="{FF2B5EF4-FFF2-40B4-BE49-F238E27FC236}">
                <a16:creationId xmlns:a16="http://schemas.microsoft.com/office/drawing/2014/main" id="{10F77BA7-F4D0-E32C-76EB-9476A64094BD}"/>
              </a:ext>
            </a:extLst>
          </p:cNvPr>
          <p:cNvSpPr txBox="1"/>
          <p:nvPr/>
        </p:nvSpPr>
        <p:spPr>
          <a:xfrm>
            <a:off x="4938837" y="5201865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</a:t>
            </a:r>
          </a:p>
        </p:txBody>
      </p:sp>
      <p:cxnSp>
        <p:nvCxnSpPr>
          <p:cNvPr id="245" name="Straight Connector 187">
            <a:extLst>
              <a:ext uri="{FF2B5EF4-FFF2-40B4-BE49-F238E27FC236}">
                <a16:creationId xmlns:a16="http://schemas.microsoft.com/office/drawing/2014/main" id="{B6987857-03FB-F1D3-A3B5-2DAA9EBDA9E4}"/>
              </a:ext>
            </a:extLst>
          </p:cNvPr>
          <p:cNvCxnSpPr>
            <a:cxnSpLocks/>
          </p:cNvCxnSpPr>
          <p:nvPr/>
        </p:nvCxnSpPr>
        <p:spPr>
          <a:xfrm>
            <a:off x="3901449" y="519430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Flowchart: Connector 188">
            <a:extLst>
              <a:ext uri="{FF2B5EF4-FFF2-40B4-BE49-F238E27FC236}">
                <a16:creationId xmlns:a16="http://schemas.microsoft.com/office/drawing/2014/main" id="{4A7E497E-0730-6934-DEFC-37722C9A7287}"/>
              </a:ext>
            </a:extLst>
          </p:cNvPr>
          <p:cNvSpPr/>
          <p:nvPr/>
        </p:nvSpPr>
        <p:spPr>
          <a:xfrm>
            <a:off x="3859539" y="516096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7" name="Straight Connector 196">
            <a:extLst>
              <a:ext uri="{FF2B5EF4-FFF2-40B4-BE49-F238E27FC236}">
                <a16:creationId xmlns:a16="http://schemas.microsoft.com/office/drawing/2014/main" id="{F290597F-A839-DD33-D0DC-C81DD59C9C65}"/>
              </a:ext>
            </a:extLst>
          </p:cNvPr>
          <p:cNvCxnSpPr>
            <a:cxnSpLocks/>
          </p:cNvCxnSpPr>
          <p:nvPr/>
        </p:nvCxnSpPr>
        <p:spPr>
          <a:xfrm>
            <a:off x="4244349" y="519430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Flowchart: Connector 197">
            <a:extLst>
              <a:ext uri="{FF2B5EF4-FFF2-40B4-BE49-F238E27FC236}">
                <a16:creationId xmlns:a16="http://schemas.microsoft.com/office/drawing/2014/main" id="{F1FD9732-8BA9-4E5F-AF5C-54F7C32C2F4B}"/>
              </a:ext>
            </a:extLst>
          </p:cNvPr>
          <p:cNvSpPr/>
          <p:nvPr/>
        </p:nvSpPr>
        <p:spPr>
          <a:xfrm>
            <a:off x="4187199" y="516096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9" name="Straight Connector 198">
            <a:extLst>
              <a:ext uri="{FF2B5EF4-FFF2-40B4-BE49-F238E27FC236}">
                <a16:creationId xmlns:a16="http://schemas.microsoft.com/office/drawing/2014/main" id="{17765A0A-14FF-D937-52C3-243BC7465443}"/>
              </a:ext>
            </a:extLst>
          </p:cNvPr>
          <p:cNvCxnSpPr>
            <a:cxnSpLocks/>
          </p:cNvCxnSpPr>
          <p:nvPr/>
        </p:nvCxnSpPr>
        <p:spPr>
          <a:xfrm>
            <a:off x="4574857" y="519430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Flowchart: Connector 199">
            <a:extLst>
              <a:ext uri="{FF2B5EF4-FFF2-40B4-BE49-F238E27FC236}">
                <a16:creationId xmlns:a16="http://schemas.microsoft.com/office/drawing/2014/main" id="{93D837E9-BE20-BD11-E72B-E66C2AC08CF2}"/>
              </a:ext>
            </a:extLst>
          </p:cNvPr>
          <p:cNvSpPr/>
          <p:nvPr/>
        </p:nvSpPr>
        <p:spPr>
          <a:xfrm>
            <a:off x="4517707" y="516096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Flowchart: Connector 202">
            <a:extLst>
              <a:ext uri="{FF2B5EF4-FFF2-40B4-BE49-F238E27FC236}">
                <a16:creationId xmlns:a16="http://schemas.microsoft.com/office/drawing/2014/main" id="{28815A4D-AD3C-8FC5-5335-56EA6C0DA817}"/>
              </a:ext>
            </a:extLst>
          </p:cNvPr>
          <p:cNvSpPr/>
          <p:nvPr/>
        </p:nvSpPr>
        <p:spPr>
          <a:xfrm>
            <a:off x="4803457" y="516096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TextBox 343">
            <a:extLst>
              <a:ext uri="{FF2B5EF4-FFF2-40B4-BE49-F238E27FC236}">
                <a16:creationId xmlns:a16="http://schemas.microsoft.com/office/drawing/2014/main" id="{52FDAD11-7423-EB8B-A365-13CD97287F27}"/>
              </a:ext>
            </a:extLst>
          </p:cNvPr>
          <p:cNvSpPr txBox="1"/>
          <p:nvPr/>
        </p:nvSpPr>
        <p:spPr>
          <a:xfrm>
            <a:off x="4037302" y="5197432"/>
            <a:ext cx="40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</a:p>
        </p:txBody>
      </p:sp>
      <p:sp>
        <p:nvSpPr>
          <p:cNvPr id="253" name="TextBox 343">
            <a:extLst>
              <a:ext uri="{FF2B5EF4-FFF2-40B4-BE49-F238E27FC236}">
                <a16:creationId xmlns:a16="http://schemas.microsoft.com/office/drawing/2014/main" id="{604C4E4A-1667-04D3-8114-C52A04117C58}"/>
              </a:ext>
            </a:extLst>
          </p:cNvPr>
          <p:cNvSpPr txBox="1"/>
          <p:nvPr/>
        </p:nvSpPr>
        <p:spPr>
          <a:xfrm>
            <a:off x="4365362" y="5190784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254" name="TextBox 343">
            <a:extLst>
              <a:ext uri="{FF2B5EF4-FFF2-40B4-BE49-F238E27FC236}">
                <a16:creationId xmlns:a16="http://schemas.microsoft.com/office/drawing/2014/main" id="{0D0F3985-39B1-A956-18F0-075D430AF536}"/>
              </a:ext>
            </a:extLst>
          </p:cNvPr>
          <p:cNvSpPr txBox="1"/>
          <p:nvPr/>
        </p:nvSpPr>
        <p:spPr>
          <a:xfrm>
            <a:off x="4635406" y="5198224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</a:p>
        </p:txBody>
      </p:sp>
      <p:cxnSp>
        <p:nvCxnSpPr>
          <p:cNvPr id="255" name="Straight Connector 187">
            <a:extLst>
              <a:ext uri="{FF2B5EF4-FFF2-40B4-BE49-F238E27FC236}">
                <a16:creationId xmlns:a16="http://schemas.microsoft.com/office/drawing/2014/main" id="{31072273-8D7B-843A-E3D9-6F1580F64886}"/>
              </a:ext>
            </a:extLst>
          </p:cNvPr>
          <p:cNvCxnSpPr>
            <a:cxnSpLocks/>
          </p:cNvCxnSpPr>
          <p:nvPr/>
        </p:nvCxnSpPr>
        <p:spPr>
          <a:xfrm>
            <a:off x="4831736" y="5196448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343">
            <a:extLst>
              <a:ext uri="{FF2B5EF4-FFF2-40B4-BE49-F238E27FC236}">
                <a16:creationId xmlns:a16="http://schemas.microsoft.com/office/drawing/2014/main" id="{AC42702D-5800-7714-6419-15E4DBF0AC6E}"/>
              </a:ext>
            </a:extLst>
          </p:cNvPr>
          <p:cNvSpPr txBox="1"/>
          <p:nvPr/>
        </p:nvSpPr>
        <p:spPr>
          <a:xfrm>
            <a:off x="3734131" y="5185568"/>
            <a:ext cx="40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</a:t>
            </a:r>
          </a:p>
        </p:txBody>
      </p:sp>
      <p:cxnSp>
        <p:nvCxnSpPr>
          <p:cNvPr id="257" name="Straight Connector 187">
            <a:extLst>
              <a:ext uri="{FF2B5EF4-FFF2-40B4-BE49-F238E27FC236}">
                <a16:creationId xmlns:a16="http://schemas.microsoft.com/office/drawing/2014/main" id="{85EC677C-639F-72EC-B610-53D84F39B680}"/>
              </a:ext>
            </a:extLst>
          </p:cNvPr>
          <p:cNvCxnSpPr>
            <a:cxnSpLocks/>
          </p:cNvCxnSpPr>
          <p:nvPr/>
        </p:nvCxnSpPr>
        <p:spPr>
          <a:xfrm>
            <a:off x="3619852" y="519339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Flowchart: Connector 188">
            <a:extLst>
              <a:ext uri="{FF2B5EF4-FFF2-40B4-BE49-F238E27FC236}">
                <a16:creationId xmlns:a16="http://schemas.microsoft.com/office/drawing/2014/main" id="{3DE8DAFC-0FB3-C520-218C-4E1A761C7780}"/>
              </a:ext>
            </a:extLst>
          </p:cNvPr>
          <p:cNvSpPr/>
          <p:nvPr/>
        </p:nvSpPr>
        <p:spPr>
          <a:xfrm>
            <a:off x="3577942" y="516005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TextBox 343">
            <a:extLst>
              <a:ext uri="{FF2B5EF4-FFF2-40B4-BE49-F238E27FC236}">
                <a16:creationId xmlns:a16="http://schemas.microsoft.com/office/drawing/2014/main" id="{2D272BED-86B6-9029-4B60-D2D3836BF050}"/>
              </a:ext>
            </a:extLst>
          </p:cNvPr>
          <p:cNvSpPr txBox="1"/>
          <p:nvPr/>
        </p:nvSpPr>
        <p:spPr>
          <a:xfrm>
            <a:off x="3452534" y="5184655"/>
            <a:ext cx="407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</a:t>
            </a:r>
          </a:p>
        </p:txBody>
      </p:sp>
      <p:sp>
        <p:nvSpPr>
          <p:cNvPr id="260" name="Flowchart: Connector 202">
            <a:extLst>
              <a:ext uri="{FF2B5EF4-FFF2-40B4-BE49-F238E27FC236}">
                <a16:creationId xmlns:a16="http://schemas.microsoft.com/office/drawing/2014/main" id="{C767BF0E-4117-B825-238A-5272E01AA341}"/>
              </a:ext>
            </a:extLst>
          </p:cNvPr>
          <p:cNvSpPr/>
          <p:nvPr/>
        </p:nvSpPr>
        <p:spPr>
          <a:xfrm>
            <a:off x="4791732" y="484754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1" name="Straight Connector 248">
            <a:extLst>
              <a:ext uri="{FF2B5EF4-FFF2-40B4-BE49-F238E27FC236}">
                <a16:creationId xmlns:a16="http://schemas.microsoft.com/office/drawing/2014/main" id="{234F05C1-2449-08CB-F722-A29A0B951821}"/>
              </a:ext>
            </a:extLst>
          </p:cNvPr>
          <p:cNvCxnSpPr>
            <a:cxnSpLocks/>
          </p:cNvCxnSpPr>
          <p:nvPr/>
        </p:nvCxnSpPr>
        <p:spPr>
          <a:xfrm>
            <a:off x="4825927" y="4899244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343">
            <a:extLst>
              <a:ext uri="{FF2B5EF4-FFF2-40B4-BE49-F238E27FC236}">
                <a16:creationId xmlns:a16="http://schemas.microsoft.com/office/drawing/2014/main" id="{0D76D0F9-C3F4-21FA-F19B-AB5797FC8970}"/>
              </a:ext>
            </a:extLst>
          </p:cNvPr>
          <p:cNvSpPr txBox="1"/>
          <p:nvPr/>
        </p:nvSpPr>
        <p:spPr>
          <a:xfrm>
            <a:off x="4634037" y="4558927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</a:t>
            </a:r>
          </a:p>
        </p:txBody>
      </p:sp>
      <p:sp>
        <p:nvSpPr>
          <p:cNvPr id="263" name="Flowchart: Connector 202">
            <a:extLst>
              <a:ext uri="{FF2B5EF4-FFF2-40B4-BE49-F238E27FC236}">
                <a16:creationId xmlns:a16="http://schemas.microsoft.com/office/drawing/2014/main" id="{7A41BDD4-8AD6-E538-FB44-9607EE45190D}"/>
              </a:ext>
            </a:extLst>
          </p:cNvPr>
          <p:cNvSpPr/>
          <p:nvPr/>
        </p:nvSpPr>
        <p:spPr>
          <a:xfrm>
            <a:off x="4503549" y="486024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Straight Connector 248">
            <a:extLst>
              <a:ext uri="{FF2B5EF4-FFF2-40B4-BE49-F238E27FC236}">
                <a16:creationId xmlns:a16="http://schemas.microsoft.com/office/drawing/2014/main" id="{6A6A9308-C1ED-4F0C-3D1E-F31CECE9E19F}"/>
              </a:ext>
            </a:extLst>
          </p:cNvPr>
          <p:cNvCxnSpPr>
            <a:cxnSpLocks/>
          </p:cNvCxnSpPr>
          <p:nvPr/>
        </p:nvCxnSpPr>
        <p:spPr>
          <a:xfrm>
            <a:off x="4537744" y="4911944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Flowchart: Connector 202">
            <a:extLst>
              <a:ext uri="{FF2B5EF4-FFF2-40B4-BE49-F238E27FC236}">
                <a16:creationId xmlns:a16="http://schemas.microsoft.com/office/drawing/2014/main" id="{5D662E73-171B-B03C-0375-83FE83E5445B}"/>
              </a:ext>
            </a:extLst>
          </p:cNvPr>
          <p:cNvSpPr/>
          <p:nvPr/>
        </p:nvSpPr>
        <p:spPr>
          <a:xfrm>
            <a:off x="4170174" y="487294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" name="Straight Connector 248">
            <a:extLst>
              <a:ext uri="{FF2B5EF4-FFF2-40B4-BE49-F238E27FC236}">
                <a16:creationId xmlns:a16="http://schemas.microsoft.com/office/drawing/2014/main" id="{2E06D2CE-A2B4-6D17-D7B9-B791821B2854}"/>
              </a:ext>
            </a:extLst>
          </p:cNvPr>
          <p:cNvCxnSpPr>
            <a:cxnSpLocks/>
          </p:cNvCxnSpPr>
          <p:nvPr/>
        </p:nvCxnSpPr>
        <p:spPr>
          <a:xfrm>
            <a:off x="4204369" y="4924644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Flowchart: Connector 202">
            <a:extLst>
              <a:ext uri="{FF2B5EF4-FFF2-40B4-BE49-F238E27FC236}">
                <a16:creationId xmlns:a16="http://schemas.microsoft.com/office/drawing/2014/main" id="{AE50E69A-F6AB-F345-88B1-9BBEF083C183}"/>
              </a:ext>
            </a:extLst>
          </p:cNvPr>
          <p:cNvSpPr/>
          <p:nvPr/>
        </p:nvSpPr>
        <p:spPr>
          <a:xfrm>
            <a:off x="3858285" y="486183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8" name="Straight Connector 248">
            <a:extLst>
              <a:ext uri="{FF2B5EF4-FFF2-40B4-BE49-F238E27FC236}">
                <a16:creationId xmlns:a16="http://schemas.microsoft.com/office/drawing/2014/main" id="{80AC9D10-2739-7D71-1048-F4C90661FA9F}"/>
              </a:ext>
            </a:extLst>
          </p:cNvPr>
          <p:cNvCxnSpPr>
            <a:cxnSpLocks/>
          </p:cNvCxnSpPr>
          <p:nvPr/>
        </p:nvCxnSpPr>
        <p:spPr>
          <a:xfrm>
            <a:off x="3883525" y="4924644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Flowchart: Connector 202">
            <a:extLst>
              <a:ext uri="{FF2B5EF4-FFF2-40B4-BE49-F238E27FC236}">
                <a16:creationId xmlns:a16="http://schemas.microsoft.com/office/drawing/2014/main" id="{600C2457-B1CA-F79A-1778-4CED49AEFBEE}"/>
              </a:ext>
            </a:extLst>
          </p:cNvPr>
          <p:cNvSpPr/>
          <p:nvPr/>
        </p:nvSpPr>
        <p:spPr>
          <a:xfrm>
            <a:off x="3583291" y="487929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0" name="Straight Connector 248">
            <a:extLst>
              <a:ext uri="{FF2B5EF4-FFF2-40B4-BE49-F238E27FC236}">
                <a16:creationId xmlns:a16="http://schemas.microsoft.com/office/drawing/2014/main" id="{C1AB9D5B-ABEF-15AA-D6A9-3D0CDDF5F308}"/>
              </a:ext>
            </a:extLst>
          </p:cNvPr>
          <p:cNvCxnSpPr>
            <a:cxnSpLocks/>
          </p:cNvCxnSpPr>
          <p:nvPr/>
        </p:nvCxnSpPr>
        <p:spPr>
          <a:xfrm>
            <a:off x="3605801" y="4924644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extBox 343">
            <a:extLst>
              <a:ext uri="{FF2B5EF4-FFF2-40B4-BE49-F238E27FC236}">
                <a16:creationId xmlns:a16="http://schemas.microsoft.com/office/drawing/2014/main" id="{E565B0BB-628F-E4BE-0CA0-B1B4EB380C16}"/>
              </a:ext>
            </a:extLst>
          </p:cNvPr>
          <p:cNvSpPr txBox="1"/>
          <p:nvPr/>
        </p:nvSpPr>
        <p:spPr>
          <a:xfrm>
            <a:off x="4341624" y="4571627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sp>
        <p:nvSpPr>
          <p:cNvPr id="272" name="TextBox 343">
            <a:extLst>
              <a:ext uri="{FF2B5EF4-FFF2-40B4-BE49-F238E27FC236}">
                <a16:creationId xmlns:a16="http://schemas.microsoft.com/office/drawing/2014/main" id="{299ECB92-B9D2-EE43-DA46-6BB6206FEC6B}"/>
              </a:ext>
            </a:extLst>
          </p:cNvPr>
          <p:cNvSpPr txBox="1"/>
          <p:nvPr/>
        </p:nvSpPr>
        <p:spPr>
          <a:xfrm>
            <a:off x="4019590" y="4571627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</a:t>
            </a:r>
          </a:p>
        </p:txBody>
      </p:sp>
      <p:sp>
        <p:nvSpPr>
          <p:cNvPr id="273" name="TextBox 343">
            <a:extLst>
              <a:ext uri="{FF2B5EF4-FFF2-40B4-BE49-F238E27FC236}">
                <a16:creationId xmlns:a16="http://schemas.microsoft.com/office/drawing/2014/main" id="{E5D95AC4-69C8-8907-8012-466CA1DD5E72}"/>
              </a:ext>
            </a:extLst>
          </p:cNvPr>
          <p:cNvSpPr txBox="1"/>
          <p:nvPr/>
        </p:nvSpPr>
        <p:spPr>
          <a:xfrm>
            <a:off x="3674663" y="4571627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</a:t>
            </a:r>
          </a:p>
        </p:txBody>
      </p:sp>
      <p:sp>
        <p:nvSpPr>
          <p:cNvPr id="274" name="TextBox 343">
            <a:extLst>
              <a:ext uri="{FF2B5EF4-FFF2-40B4-BE49-F238E27FC236}">
                <a16:creationId xmlns:a16="http://schemas.microsoft.com/office/drawing/2014/main" id="{4F10A80F-7FF5-11BB-B624-BD3EAE5668AC}"/>
              </a:ext>
            </a:extLst>
          </p:cNvPr>
          <p:cNvSpPr txBox="1"/>
          <p:nvPr/>
        </p:nvSpPr>
        <p:spPr>
          <a:xfrm>
            <a:off x="3375578" y="4571627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</a:p>
        </p:txBody>
      </p:sp>
      <p:cxnSp>
        <p:nvCxnSpPr>
          <p:cNvPr id="275" name="Straight Connector 248">
            <a:extLst>
              <a:ext uri="{FF2B5EF4-FFF2-40B4-BE49-F238E27FC236}">
                <a16:creationId xmlns:a16="http://schemas.microsoft.com/office/drawing/2014/main" id="{224B24BF-CFAB-48CE-A69C-066693D5B3CE}"/>
              </a:ext>
            </a:extLst>
          </p:cNvPr>
          <p:cNvCxnSpPr>
            <a:cxnSpLocks/>
          </p:cNvCxnSpPr>
          <p:nvPr/>
        </p:nvCxnSpPr>
        <p:spPr>
          <a:xfrm>
            <a:off x="4427346" y="3432270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Flowchart: Connector 202">
            <a:extLst>
              <a:ext uri="{FF2B5EF4-FFF2-40B4-BE49-F238E27FC236}">
                <a16:creationId xmlns:a16="http://schemas.microsoft.com/office/drawing/2014/main" id="{9AA60F87-0059-AF85-6A08-F2E7FB83B563}"/>
              </a:ext>
            </a:extLst>
          </p:cNvPr>
          <p:cNvSpPr/>
          <p:nvPr/>
        </p:nvSpPr>
        <p:spPr>
          <a:xfrm>
            <a:off x="4408002" y="380435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TextBox 343">
            <a:extLst>
              <a:ext uri="{FF2B5EF4-FFF2-40B4-BE49-F238E27FC236}">
                <a16:creationId xmlns:a16="http://schemas.microsoft.com/office/drawing/2014/main" id="{70D7402D-469A-A38A-F7EB-A991699078EC}"/>
              </a:ext>
            </a:extLst>
          </p:cNvPr>
          <p:cNvSpPr txBox="1"/>
          <p:nvPr/>
        </p:nvSpPr>
        <p:spPr>
          <a:xfrm>
            <a:off x="4251259" y="3856356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</a:p>
        </p:txBody>
      </p:sp>
      <p:cxnSp>
        <p:nvCxnSpPr>
          <p:cNvPr id="278" name="Straight Connector 8">
            <a:extLst>
              <a:ext uri="{FF2B5EF4-FFF2-40B4-BE49-F238E27FC236}">
                <a16:creationId xmlns:a16="http://schemas.microsoft.com/office/drawing/2014/main" id="{7DADE949-FBE7-3EE6-DBDF-B378D8299BD9}"/>
              </a:ext>
            </a:extLst>
          </p:cNvPr>
          <p:cNvCxnSpPr>
            <a:cxnSpLocks/>
          </p:cNvCxnSpPr>
          <p:nvPr/>
        </p:nvCxnSpPr>
        <p:spPr>
          <a:xfrm>
            <a:off x="891067" y="3871022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Flowchart: Connector 234">
            <a:extLst>
              <a:ext uri="{FF2B5EF4-FFF2-40B4-BE49-F238E27FC236}">
                <a16:creationId xmlns:a16="http://schemas.microsoft.com/office/drawing/2014/main" id="{47C9100F-8AFA-09F2-6F02-2578D34D8830}"/>
              </a:ext>
            </a:extLst>
          </p:cNvPr>
          <p:cNvSpPr/>
          <p:nvPr/>
        </p:nvSpPr>
        <p:spPr>
          <a:xfrm>
            <a:off x="842602" y="383298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TextBox 343">
            <a:extLst>
              <a:ext uri="{FF2B5EF4-FFF2-40B4-BE49-F238E27FC236}">
                <a16:creationId xmlns:a16="http://schemas.microsoft.com/office/drawing/2014/main" id="{E94EDCAF-2F90-223F-FE48-D8E7AA4C58B2}"/>
              </a:ext>
            </a:extLst>
          </p:cNvPr>
          <p:cNvSpPr txBox="1"/>
          <p:nvPr/>
        </p:nvSpPr>
        <p:spPr>
          <a:xfrm>
            <a:off x="653481" y="3871021"/>
            <a:ext cx="477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116</a:t>
            </a:r>
          </a:p>
        </p:txBody>
      </p:sp>
      <p:cxnSp>
        <p:nvCxnSpPr>
          <p:cNvPr id="281" name="Straight Connector 248">
            <a:extLst>
              <a:ext uri="{FF2B5EF4-FFF2-40B4-BE49-F238E27FC236}">
                <a16:creationId xmlns:a16="http://schemas.microsoft.com/office/drawing/2014/main" id="{31D60EC8-AC28-04F4-11EE-E8B86712576F}"/>
              </a:ext>
            </a:extLst>
          </p:cNvPr>
          <p:cNvCxnSpPr>
            <a:cxnSpLocks/>
          </p:cNvCxnSpPr>
          <p:nvPr/>
        </p:nvCxnSpPr>
        <p:spPr>
          <a:xfrm>
            <a:off x="1180484" y="3871022"/>
            <a:ext cx="13812" cy="8012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Flowchart: Connector 11">
            <a:extLst>
              <a:ext uri="{FF2B5EF4-FFF2-40B4-BE49-F238E27FC236}">
                <a16:creationId xmlns:a16="http://schemas.microsoft.com/office/drawing/2014/main" id="{559EAAF3-37A1-73C1-4E84-996A532321A1}"/>
              </a:ext>
            </a:extLst>
          </p:cNvPr>
          <p:cNvSpPr/>
          <p:nvPr/>
        </p:nvSpPr>
        <p:spPr>
          <a:xfrm>
            <a:off x="1170069" y="465322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TextBox 343">
            <a:extLst>
              <a:ext uri="{FF2B5EF4-FFF2-40B4-BE49-F238E27FC236}">
                <a16:creationId xmlns:a16="http://schemas.microsoft.com/office/drawing/2014/main" id="{4595B007-DB95-2B91-FBF3-D49F12CF4634}"/>
              </a:ext>
            </a:extLst>
          </p:cNvPr>
          <p:cNvSpPr txBox="1"/>
          <p:nvPr/>
        </p:nvSpPr>
        <p:spPr>
          <a:xfrm>
            <a:off x="893582" y="4505524"/>
            <a:ext cx="25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84" name="Straight Connector 196">
            <a:extLst>
              <a:ext uri="{FF2B5EF4-FFF2-40B4-BE49-F238E27FC236}">
                <a16:creationId xmlns:a16="http://schemas.microsoft.com/office/drawing/2014/main" id="{7EC3E5ED-1893-313E-A717-6E27B480E3E6}"/>
              </a:ext>
            </a:extLst>
          </p:cNvPr>
          <p:cNvCxnSpPr>
            <a:cxnSpLocks/>
          </p:cNvCxnSpPr>
          <p:nvPr/>
        </p:nvCxnSpPr>
        <p:spPr>
          <a:xfrm>
            <a:off x="1233967" y="4680044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198">
            <a:extLst>
              <a:ext uri="{FF2B5EF4-FFF2-40B4-BE49-F238E27FC236}">
                <a16:creationId xmlns:a16="http://schemas.microsoft.com/office/drawing/2014/main" id="{953C60C5-52E2-60B5-A81D-C5BA9160FCCB}"/>
              </a:ext>
            </a:extLst>
          </p:cNvPr>
          <p:cNvCxnSpPr>
            <a:cxnSpLocks/>
          </p:cNvCxnSpPr>
          <p:nvPr/>
        </p:nvCxnSpPr>
        <p:spPr>
          <a:xfrm>
            <a:off x="1564475" y="4680044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Flowchart: Connector 199">
            <a:extLst>
              <a:ext uri="{FF2B5EF4-FFF2-40B4-BE49-F238E27FC236}">
                <a16:creationId xmlns:a16="http://schemas.microsoft.com/office/drawing/2014/main" id="{17E3A339-EF93-FEEA-B1E0-E40CB5854AF0}"/>
              </a:ext>
            </a:extLst>
          </p:cNvPr>
          <p:cNvSpPr/>
          <p:nvPr/>
        </p:nvSpPr>
        <p:spPr>
          <a:xfrm>
            <a:off x="1507325" y="464671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Flowchart: Connector 202">
            <a:extLst>
              <a:ext uri="{FF2B5EF4-FFF2-40B4-BE49-F238E27FC236}">
                <a16:creationId xmlns:a16="http://schemas.microsoft.com/office/drawing/2014/main" id="{E3CDF424-4CBE-4542-D001-C342D26BD663}"/>
              </a:ext>
            </a:extLst>
          </p:cNvPr>
          <p:cNvSpPr/>
          <p:nvPr/>
        </p:nvSpPr>
        <p:spPr>
          <a:xfrm>
            <a:off x="1793075" y="464671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TextBox 343">
            <a:extLst>
              <a:ext uri="{FF2B5EF4-FFF2-40B4-BE49-F238E27FC236}">
                <a16:creationId xmlns:a16="http://schemas.microsoft.com/office/drawing/2014/main" id="{D3DCD4CA-B474-5F12-46F7-3EB5FFD3B6CB}"/>
              </a:ext>
            </a:extLst>
          </p:cNvPr>
          <p:cNvSpPr txBox="1"/>
          <p:nvPr/>
        </p:nvSpPr>
        <p:spPr>
          <a:xfrm>
            <a:off x="1395982" y="4691039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89" name="TextBox 343">
            <a:extLst>
              <a:ext uri="{FF2B5EF4-FFF2-40B4-BE49-F238E27FC236}">
                <a16:creationId xmlns:a16="http://schemas.microsoft.com/office/drawing/2014/main" id="{45749227-5C6D-E29B-88C6-F50950F993E2}"/>
              </a:ext>
            </a:extLst>
          </p:cNvPr>
          <p:cNvSpPr txBox="1"/>
          <p:nvPr/>
        </p:nvSpPr>
        <p:spPr>
          <a:xfrm>
            <a:off x="1678588" y="4683965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90" name="Straight Connector 248">
            <a:extLst>
              <a:ext uri="{FF2B5EF4-FFF2-40B4-BE49-F238E27FC236}">
                <a16:creationId xmlns:a16="http://schemas.microsoft.com/office/drawing/2014/main" id="{A9E37A27-F68A-ABE7-E472-06F13C88B46E}"/>
              </a:ext>
            </a:extLst>
          </p:cNvPr>
          <p:cNvCxnSpPr>
            <a:cxnSpLocks/>
          </p:cNvCxnSpPr>
          <p:nvPr/>
        </p:nvCxnSpPr>
        <p:spPr>
          <a:xfrm>
            <a:off x="1194762" y="4671334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Flowchart: Connector 202">
            <a:extLst>
              <a:ext uri="{FF2B5EF4-FFF2-40B4-BE49-F238E27FC236}">
                <a16:creationId xmlns:a16="http://schemas.microsoft.com/office/drawing/2014/main" id="{7F2221C4-C87A-75C8-FA33-178FD52BC940}"/>
              </a:ext>
            </a:extLst>
          </p:cNvPr>
          <p:cNvSpPr/>
          <p:nvPr/>
        </p:nvSpPr>
        <p:spPr>
          <a:xfrm>
            <a:off x="1170069" y="503406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TextBox 343">
            <a:extLst>
              <a:ext uri="{FF2B5EF4-FFF2-40B4-BE49-F238E27FC236}">
                <a16:creationId xmlns:a16="http://schemas.microsoft.com/office/drawing/2014/main" id="{F7DEE1F5-543A-575A-26DA-3E9E39D71223}"/>
              </a:ext>
            </a:extLst>
          </p:cNvPr>
          <p:cNvSpPr txBox="1"/>
          <p:nvPr/>
        </p:nvSpPr>
        <p:spPr>
          <a:xfrm>
            <a:off x="1077902" y="5088810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93" name="Straight Connector 248">
            <a:extLst>
              <a:ext uri="{FF2B5EF4-FFF2-40B4-BE49-F238E27FC236}">
                <a16:creationId xmlns:a16="http://schemas.microsoft.com/office/drawing/2014/main" id="{C89BCE30-5E1D-00D7-85C3-55A42E193C7F}"/>
              </a:ext>
            </a:extLst>
          </p:cNvPr>
          <p:cNvCxnSpPr>
            <a:cxnSpLocks/>
          </p:cNvCxnSpPr>
          <p:nvPr/>
        </p:nvCxnSpPr>
        <p:spPr>
          <a:xfrm>
            <a:off x="1855162" y="3871022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Flowchart: Connector 16">
            <a:extLst>
              <a:ext uri="{FF2B5EF4-FFF2-40B4-BE49-F238E27FC236}">
                <a16:creationId xmlns:a16="http://schemas.microsoft.com/office/drawing/2014/main" id="{DAA144C8-D324-ECC4-3252-65DD0991E9DB}"/>
              </a:ext>
            </a:extLst>
          </p:cNvPr>
          <p:cNvSpPr/>
          <p:nvPr/>
        </p:nvSpPr>
        <p:spPr>
          <a:xfrm>
            <a:off x="1827841" y="4243513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TextBox 343">
            <a:extLst>
              <a:ext uri="{FF2B5EF4-FFF2-40B4-BE49-F238E27FC236}">
                <a16:creationId xmlns:a16="http://schemas.microsoft.com/office/drawing/2014/main" id="{797A01CD-0170-386E-4CAE-4E7CF0FFF5F9}"/>
              </a:ext>
            </a:extLst>
          </p:cNvPr>
          <p:cNvSpPr txBox="1"/>
          <p:nvPr/>
        </p:nvSpPr>
        <p:spPr>
          <a:xfrm>
            <a:off x="1674383" y="4283267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296" name="Straight Connector 248">
            <a:extLst>
              <a:ext uri="{FF2B5EF4-FFF2-40B4-BE49-F238E27FC236}">
                <a16:creationId xmlns:a16="http://schemas.microsoft.com/office/drawing/2014/main" id="{EA0C00ED-F29F-DEAF-CBF0-4F9BC002DDCE}"/>
              </a:ext>
            </a:extLst>
          </p:cNvPr>
          <p:cNvCxnSpPr>
            <a:cxnSpLocks/>
          </p:cNvCxnSpPr>
          <p:nvPr/>
        </p:nvCxnSpPr>
        <p:spPr>
          <a:xfrm>
            <a:off x="2107400" y="2574925"/>
            <a:ext cx="28260" cy="1296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48">
            <a:extLst>
              <a:ext uri="{FF2B5EF4-FFF2-40B4-BE49-F238E27FC236}">
                <a16:creationId xmlns:a16="http://schemas.microsoft.com/office/drawing/2014/main" id="{83C7A837-25A3-A80D-9930-99DCDF834041}"/>
              </a:ext>
            </a:extLst>
          </p:cNvPr>
          <p:cNvCxnSpPr>
            <a:cxnSpLocks/>
          </p:cNvCxnSpPr>
          <p:nvPr/>
        </p:nvCxnSpPr>
        <p:spPr>
          <a:xfrm>
            <a:off x="1837856" y="3018971"/>
            <a:ext cx="14363" cy="837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Flowchart: Connector 234">
            <a:extLst>
              <a:ext uri="{FF2B5EF4-FFF2-40B4-BE49-F238E27FC236}">
                <a16:creationId xmlns:a16="http://schemas.microsoft.com/office/drawing/2014/main" id="{04D091C4-8165-C541-2F4B-3604CFB39A23}"/>
              </a:ext>
            </a:extLst>
          </p:cNvPr>
          <p:cNvSpPr/>
          <p:nvPr/>
        </p:nvSpPr>
        <p:spPr>
          <a:xfrm>
            <a:off x="1805467" y="295796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9" name="Straight Connector 13">
            <a:extLst>
              <a:ext uri="{FF2B5EF4-FFF2-40B4-BE49-F238E27FC236}">
                <a16:creationId xmlns:a16="http://schemas.microsoft.com/office/drawing/2014/main" id="{469CF0E5-B7DB-05D1-0276-695AFEE09542}"/>
              </a:ext>
            </a:extLst>
          </p:cNvPr>
          <p:cNvCxnSpPr>
            <a:cxnSpLocks/>
          </p:cNvCxnSpPr>
          <p:nvPr/>
        </p:nvCxnSpPr>
        <p:spPr>
          <a:xfrm>
            <a:off x="1205392" y="2997967"/>
            <a:ext cx="6361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Flowchart: Connector 202">
            <a:extLst>
              <a:ext uri="{FF2B5EF4-FFF2-40B4-BE49-F238E27FC236}">
                <a16:creationId xmlns:a16="http://schemas.microsoft.com/office/drawing/2014/main" id="{1BD40A9A-4D82-BFFA-921E-A2813E9417A7}"/>
              </a:ext>
            </a:extLst>
          </p:cNvPr>
          <p:cNvSpPr/>
          <p:nvPr/>
        </p:nvSpPr>
        <p:spPr>
          <a:xfrm>
            <a:off x="1176328" y="296477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1" name="Straight Connector 198">
            <a:extLst>
              <a:ext uri="{FF2B5EF4-FFF2-40B4-BE49-F238E27FC236}">
                <a16:creationId xmlns:a16="http://schemas.microsoft.com/office/drawing/2014/main" id="{5BDC20F2-365F-BFA3-BE0E-625B0F6178C5}"/>
              </a:ext>
            </a:extLst>
          </p:cNvPr>
          <p:cNvCxnSpPr>
            <a:cxnSpLocks/>
          </p:cNvCxnSpPr>
          <p:nvPr/>
        </p:nvCxnSpPr>
        <p:spPr>
          <a:xfrm>
            <a:off x="919642" y="3003644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Flowchart: Connector 202">
            <a:extLst>
              <a:ext uri="{FF2B5EF4-FFF2-40B4-BE49-F238E27FC236}">
                <a16:creationId xmlns:a16="http://schemas.microsoft.com/office/drawing/2014/main" id="{FAC977D9-1540-FA93-A5EE-851471DD6DA6}"/>
              </a:ext>
            </a:extLst>
          </p:cNvPr>
          <p:cNvSpPr/>
          <p:nvPr/>
        </p:nvSpPr>
        <p:spPr>
          <a:xfrm>
            <a:off x="890578" y="297239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3" name="Straight Connector 248">
            <a:extLst>
              <a:ext uri="{FF2B5EF4-FFF2-40B4-BE49-F238E27FC236}">
                <a16:creationId xmlns:a16="http://schemas.microsoft.com/office/drawing/2014/main" id="{75C4AAC8-218B-18C1-3829-C09B740C5466}"/>
              </a:ext>
            </a:extLst>
          </p:cNvPr>
          <p:cNvCxnSpPr>
            <a:cxnSpLocks/>
          </p:cNvCxnSpPr>
          <p:nvPr/>
        </p:nvCxnSpPr>
        <p:spPr>
          <a:xfrm>
            <a:off x="1203430" y="3002585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Flowchart: Connector 202">
            <a:extLst>
              <a:ext uri="{FF2B5EF4-FFF2-40B4-BE49-F238E27FC236}">
                <a16:creationId xmlns:a16="http://schemas.microsoft.com/office/drawing/2014/main" id="{404B55B4-FD10-FECA-D843-9255484187B7}"/>
              </a:ext>
            </a:extLst>
          </p:cNvPr>
          <p:cNvSpPr/>
          <p:nvPr/>
        </p:nvSpPr>
        <p:spPr>
          <a:xfrm>
            <a:off x="1183231" y="3260295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TextBox 343">
            <a:extLst>
              <a:ext uri="{FF2B5EF4-FFF2-40B4-BE49-F238E27FC236}">
                <a16:creationId xmlns:a16="http://schemas.microsoft.com/office/drawing/2014/main" id="{FF8D7B57-6A21-2AAC-D33F-A0D0709566C1}"/>
              </a:ext>
            </a:extLst>
          </p:cNvPr>
          <p:cNvSpPr txBox="1"/>
          <p:nvPr/>
        </p:nvSpPr>
        <p:spPr>
          <a:xfrm>
            <a:off x="1229241" y="3143675"/>
            <a:ext cx="38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06" name="TextBox 343">
            <a:extLst>
              <a:ext uri="{FF2B5EF4-FFF2-40B4-BE49-F238E27FC236}">
                <a16:creationId xmlns:a16="http://schemas.microsoft.com/office/drawing/2014/main" id="{A40482D1-3862-681E-F4A0-CB64E7B9B579}"/>
              </a:ext>
            </a:extLst>
          </p:cNvPr>
          <p:cNvSpPr txBox="1"/>
          <p:nvPr/>
        </p:nvSpPr>
        <p:spPr>
          <a:xfrm>
            <a:off x="1014283" y="2654448"/>
            <a:ext cx="38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307" name="TextBox 343">
            <a:extLst>
              <a:ext uri="{FF2B5EF4-FFF2-40B4-BE49-F238E27FC236}">
                <a16:creationId xmlns:a16="http://schemas.microsoft.com/office/drawing/2014/main" id="{76219467-8586-0C68-573B-CC917EA47D0B}"/>
              </a:ext>
            </a:extLst>
          </p:cNvPr>
          <p:cNvSpPr txBox="1"/>
          <p:nvPr/>
        </p:nvSpPr>
        <p:spPr>
          <a:xfrm>
            <a:off x="1627400" y="2663641"/>
            <a:ext cx="38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08" name="TextBox 343">
            <a:extLst>
              <a:ext uri="{FF2B5EF4-FFF2-40B4-BE49-F238E27FC236}">
                <a16:creationId xmlns:a16="http://schemas.microsoft.com/office/drawing/2014/main" id="{CF1748DF-D038-55A6-DAE3-0AFFB25CE2D9}"/>
              </a:ext>
            </a:extLst>
          </p:cNvPr>
          <p:cNvSpPr txBox="1"/>
          <p:nvPr/>
        </p:nvSpPr>
        <p:spPr>
          <a:xfrm>
            <a:off x="658683" y="2654448"/>
            <a:ext cx="38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309" name="Straight Connector 248">
            <a:extLst>
              <a:ext uri="{FF2B5EF4-FFF2-40B4-BE49-F238E27FC236}">
                <a16:creationId xmlns:a16="http://schemas.microsoft.com/office/drawing/2014/main" id="{775F74EF-7EBE-6240-889A-D555A66F904B}"/>
              </a:ext>
            </a:extLst>
          </p:cNvPr>
          <p:cNvCxnSpPr>
            <a:cxnSpLocks/>
          </p:cNvCxnSpPr>
          <p:nvPr/>
        </p:nvCxnSpPr>
        <p:spPr>
          <a:xfrm>
            <a:off x="2138217" y="3838530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Flowchart: Connector 16">
            <a:extLst>
              <a:ext uri="{FF2B5EF4-FFF2-40B4-BE49-F238E27FC236}">
                <a16:creationId xmlns:a16="http://schemas.microsoft.com/office/drawing/2014/main" id="{8ECED5E4-153D-3B57-DD09-C20A987D28F4}"/>
              </a:ext>
            </a:extLst>
          </p:cNvPr>
          <p:cNvSpPr/>
          <p:nvPr/>
        </p:nvSpPr>
        <p:spPr>
          <a:xfrm>
            <a:off x="2112163" y="4243365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1" name="Straight Connector 248">
            <a:extLst>
              <a:ext uri="{FF2B5EF4-FFF2-40B4-BE49-F238E27FC236}">
                <a16:creationId xmlns:a16="http://schemas.microsoft.com/office/drawing/2014/main" id="{DBEB59AF-8655-0361-D695-D65BDDB0856C}"/>
              </a:ext>
            </a:extLst>
          </p:cNvPr>
          <p:cNvCxnSpPr>
            <a:cxnSpLocks/>
          </p:cNvCxnSpPr>
          <p:nvPr/>
        </p:nvCxnSpPr>
        <p:spPr>
          <a:xfrm>
            <a:off x="2139857" y="4305300"/>
            <a:ext cx="0" cy="3376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248">
            <a:extLst>
              <a:ext uri="{FF2B5EF4-FFF2-40B4-BE49-F238E27FC236}">
                <a16:creationId xmlns:a16="http://schemas.microsoft.com/office/drawing/2014/main" id="{33D95BAB-1C4C-A05F-E95E-B07B5DA850A2}"/>
              </a:ext>
            </a:extLst>
          </p:cNvPr>
          <p:cNvCxnSpPr>
            <a:cxnSpLocks/>
          </p:cNvCxnSpPr>
          <p:nvPr/>
        </p:nvCxnSpPr>
        <p:spPr>
          <a:xfrm>
            <a:off x="2134034" y="4667682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Flowchart: Connector 202">
            <a:extLst>
              <a:ext uri="{FF2B5EF4-FFF2-40B4-BE49-F238E27FC236}">
                <a16:creationId xmlns:a16="http://schemas.microsoft.com/office/drawing/2014/main" id="{D547723B-F63E-AC28-4361-2744FE0518EA}"/>
              </a:ext>
            </a:extLst>
          </p:cNvPr>
          <p:cNvSpPr/>
          <p:nvPr/>
        </p:nvSpPr>
        <p:spPr>
          <a:xfrm>
            <a:off x="2107400" y="4634803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Flowchart: Connector 202">
            <a:extLst>
              <a:ext uri="{FF2B5EF4-FFF2-40B4-BE49-F238E27FC236}">
                <a16:creationId xmlns:a16="http://schemas.microsoft.com/office/drawing/2014/main" id="{DBE93B26-3BBE-C79B-1E4A-CBAEEC29277A}"/>
              </a:ext>
            </a:extLst>
          </p:cNvPr>
          <p:cNvSpPr/>
          <p:nvPr/>
        </p:nvSpPr>
        <p:spPr>
          <a:xfrm>
            <a:off x="2107400" y="504437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5" name="Straight Connector 198">
            <a:extLst>
              <a:ext uri="{FF2B5EF4-FFF2-40B4-BE49-F238E27FC236}">
                <a16:creationId xmlns:a16="http://schemas.microsoft.com/office/drawing/2014/main" id="{8A8D5126-3597-DE44-22FE-01A76D667941}"/>
              </a:ext>
            </a:extLst>
          </p:cNvPr>
          <p:cNvCxnSpPr>
            <a:cxnSpLocks/>
          </p:cNvCxnSpPr>
          <p:nvPr/>
        </p:nvCxnSpPr>
        <p:spPr>
          <a:xfrm>
            <a:off x="2155100" y="4670519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Flowchart: Connector 202">
            <a:extLst>
              <a:ext uri="{FF2B5EF4-FFF2-40B4-BE49-F238E27FC236}">
                <a16:creationId xmlns:a16="http://schemas.microsoft.com/office/drawing/2014/main" id="{34076299-2F16-BDE9-66E0-06365EFFD225}"/>
              </a:ext>
            </a:extLst>
          </p:cNvPr>
          <p:cNvSpPr/>
          <p:nvPr/>
        </p:nvSpPr>
        <p:spPr>
          <a:xfrm>
            <a:off x="2429031" y="463401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TextBox 343">
            <a:extLst>
              <a:ext uri="{FF2B5EF4-FFF2-40B4-BE49-F238E27FC236}">
                <a16:creationId xmlns:a16="http://schemas.microsoft.com/office/drawing/2014/main" id="{A8EFCC15-32E7-355E-8E42-1CE02968CAED}"/>
              </a:ext>
            </a:extLst>
          </p:cNvPr>
          <p:cNvSpPr txBox="1"/>
          <p:nvPr/>
        </p:nvSpPr>
        <p:spPr>
          <a:xfrm>
            <a:off x="2062112" y="4280092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318" name="TextBox 343">
            <a:extLst>
              <a:ext uri="{FF2B5EF4-FFF2-40B4-BE49-F238E27FC236}">
                <a16:creationId xmlns:a16="http://schemas.microsoft.com/office/drawing/2014/main" id="{253E494C-2D57-2BC9-9162-F8F1184A5D6C}"/>
              </a:ext>
            </a:extLst>
          </p:cNvPr>
          <p:cNvSpPr txBox="1"/>
          <p:nvPr/>
        </p:nvSpPr>
        <p:spPr>
          <a:xfrm>
            <a:off x="2081318" y="4651568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319" name="TextBox 343">
            <a:extLst>
              <a:ext uri="{FF2B5EF4-FFF2-40B4-BE49-F238E27FC236}">
                <a16:creationId xmlns:a16="http://schemas.microsoft.com/office/drawing/2014/main" id="{1DFEF85D-7053-C45B-064D-52D2CD5BB47E}"/>
              </a:ext>
            </a:extLst>
          </p:cNvPr>
          <p:cNvSpPr txBox="1"/>
          <p:nvPr/>
        </p:nvSpPr>
        <p:spPr>
          <a:xfrm>
            <a:off x="2417021" y="4656331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320" name="TextBox 343">
            <a:extLst>
              <a:ext uri="{FF2B5EF4-FFF2-40B4-BE49-F238E27FC236}">
                <a16:creationId xmlns:a16="http://schemas.microsoft.com/office/drawing/2014/main" id="{32BEDC84-4341-201D-6716-B715C3DA98E0}"/>
              </a:ext>
            </a:extLst>
          </p:cNvPr>
          <p:cNvSpPr txBox="1"/>
          <p:nvPr/>
        </p:nvSpPr>
        <p:spPr>
          <a:xfrm>
            <a:off x="2107560" y="5032568"/>
            <a:ext cx="42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21" name="Flowchart: Connector 11">
            <a:extLst>
              <a:ext uri="{FF2B5EF4-FFF2-40B4-BE49-F238E27FC236}">
                <a16:creationId xmlns:a16="http://schemas.microsoft.com/office/drawing/2014/main" id="{C25A2CA9-2421-5D0C-4B7C-9BD3FBF9E27A}"/>
              </a:ext>
            </a:extLst>
          </p:cNvPr>
          <p:cNvSpPr/>
          <p:nvPr/>
        </p:nvSpPr>
        <p:spPr>
          <a:xfrm>
            <a:off x="2075650" y="250023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Flowchart: Connector 202">
            <a:extLst>
              <a:ext uri="{FF2B5EF4-FFF2-40B4-BE49-F238E27FC236}">
                <a16:creationId xmlns:a16="http://schemas.microsoft.com/office/drawing/2014/main" id="{2A72CF80-560B-A889-99A8-C1B50987A85F}"/>
              </a:ext>
            </a:extLst>
          </p:cNvPr>
          <p:cNvSpPr/>
          <p:nvPr/>
        </p:nvSpPr>
        <p:spPr>
          <a:xfrm>
            <a:off x="2056409" y="159589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" name="TextBox 343">
            <a:extLst>
              <a:ext uri="{FF2B5EF4-FFF2-40B4-BE49-F238E27FC236}">
                <a16:creationId xmlns:a16="http://schemas.microsoft.com/office/drawing/2014/main" id="{F05F5294-5EBC-3F99-7E83-72BC9F7E01EE}"/>
              </a:ext>
            </a:extLst>
          </p:cNvPr>
          <p:cNvSpPr txBox="1"/>
          <p:nvPr/>
        </p:nvSpPr>
        <p:spPr>
          <a:xfrm>
            <a:off x="1757669" y="135731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cxnSp>
        <p:nvCxnSpPr>
          <p:cNvPr id="324" name="Straight Connector 248">
            <a:extLst>
              <a:ext uri="{FF2B5EF4-FFF2-40B4-BE49-F238E27FC236}">
                <a16:creationId xmlns:a16="http://schemas.microsoft.com/office/drawing/2014/main" id="{D0D6A807-8B13-6560-1218-6B04CE16FE26}"/>
              </a:ext>
            </a:extLst>
          </p:cNvPr>
          <p:cNvCxnSpPr>
            <a:cxnSpLocks/>
          </p:cNvCxnSpPr>
          <p:nvPr/>
        </p:nvCxnSpPr>
        <p:spPr>
          <a:xfrm>
            <a:off x="2084079" y="1594065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Flowchart: Connector 202">
            <a:extLst>
              <a:ext uri="{FF2B5EF4-FFF2-40B4-BE49-F238E27FC236}">
                <a16:creationId xmlns:a16="http://schemas.microsoft.com/office/drawing/2014/main" id="{075CDA2A-50BB-91B1-0742-DE838013EDBC}"/>
              </a:ext>
            </a:extLst>
          </p:cNvPr>
          <p:cNvSpPr/>
          <p:nvPr/>
        </p:nvSpPr>
        <p:spPr>
          <a:xfrm>
            <a:off x="2067515" y="187994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6" name="TextBox 343">
            <a:extLst>
              <a:ext uri="{FF2B5EF4-FFF2-40B4-BE49-F238E27FC236}">
                <a16:creationId xmlns:a16="http://schemas.microsoft.com/office/drawing/2014/main" id="{4AB3DE4F-5506-340A-3DA7-A3918655A38A}"/>
              </a:ext>
            </a:extLst>
          </p:cNvPr>
          <p:cNvSpPr txBox="1"/>
          <p:nvPr/>
        </p:nvSpPr>
        <p:spPr>
          <a:xfrm>
            <a:off x="1771890" y="1603411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cxnSp>
        <p:nvCxnSpPr>
          <p:cNvPr id="327" name="Straight Connector 248">
            <a:extLst>
              <a:ext uri="{FF2B5EF4-FFF2-40B4-BE49-F238E27FC236}">
                <a16:creationId xmlns:a16="http://schemas.microsoft.com/office/drawing/2014/main" id="{AE0D52A6-2258-DA7C-09E4-E00BFAC6CA1B}"/>
              </a:ext>
            </a:extLst>
          </p:cNvPr>
          <p:cNvCxnSpPr>
            <a:cxnSpLocks/>
          </p:cNvCxnSpPr>
          <p:nvPr/>
        </p:nvCxnSpPr>
        <p:spPr>
          <a:xfrm>
            <a:off x="2095421" y="1946425"/>
            <a:ext cx="0" cy="2828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Flowchart: Connector 202">
            <a:extLst>
              <a:ext uri="{FF2B5EF4-FFF2-40B4-BE49-F238E27FC236}">
                <a16:creationId xmlns:a16="http://schemas.microsoft.com/office/drawing/2014/main" id="{ACEC025E-81A6-DAB6-49D9-140D56229C7E}"/>
              </a:ext>
            </a:extLst>
          </p:cNvPr>
          <p:cNvSpPr/>
          <p:nvPr/>
        </p:nvSpPr>
        <p:spPr>
          <a:xfrm>
            <a:off x="2075650" y="216557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9" name="TextBox 343">
            <a:extLst>
              <a:ext uri="{FF2B5EF4-FFF2-40B4-BE49-F238E27FC236}">
                <a16:creationId xmlns:a16="http://schemas.microsoft.com/office/drawing/2014/main" id="{08C75BDC-5BFC-FD19-B3A7-D778DFF2436F}"/>
              </a:ext>
            </a:extLst>
          </p:cNvPr>
          <p:cNvSpPr txBox="1"/>
          <p:nvPr/>
        </p:nvSpPr>
        <p:spPr>
          <a:xfrm>
            <a:off x="1782216" y="1949131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cxnSp>
        <p:nvCxnSpPr>
          <p:cNvPr id="330" name="Straight Connector 248">
            <a:extLst>
              <a:ext uri="{FF2B5EF4-FFF2-40B4-BE49-F238E27FC236}">
                <a16:creationId xmlns:a16="http://schemas.microsoft.com/office/drawing/2014/main" id="{B9D6E1A0-64DE-51DA-19E3-DEEC0226703F}"/>
              </a:ext>
            </a:extLst>
          </p:cNvPr>
          <p:cNvCxnSpPr>
            <a:cxnSpLocks/>
          </p:cNvCxnSpPr>
          <p:nvPr/>
        </p:nvCxnSpPr>
        <p:spPr>
          <a:xfrm>
            <a:off x="2104225" y="2215690"/>
            <a:ext cx="0" cy="2828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Flowchart: Connector 202">
            <a:extLst>
              <a:ext uri="{FF2B5EF4-FFF2-40B4-BE49-F238E27FC236}">
                <a16:creationId xmlns:a16="http://schemas.microsoft.com/office/drawing/2014/main" id="{82FD1C22-8FD1-4831-5CBA-308AB11DDFF8}"/>
              </a:ext>
            </a:extLst>
          </p:cNvPr>
          <p:cNvSpPr/>
          <p:nvPr/>
        </p:nvSpPr>
        <p:spPr>
          <a:xfrm>
            <a:off x="2037359" y="96082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2" name="TextBox 343">
            <a:extLst>
              <a:ext uri="{FF2B5EF4-FFF2-40B4-BE49-F238E27FC236}">
                <a16:creationId xmlns:a16="http://schemas.microsoft.com/office/drawing/2014/main" id="{B540FBB7-6EE8-2888-BEF2-66D872B6D35C}"/>
              </a:ext>
            </a:extLst>
          </p:cNvPr>
          <p:cNvSpPr txBox="1"/>
          <p:nvPr/>
        </p:nvSpPr>
        <p:spPr>
          <a:xfrm>
            <a:off x="1743315" y="702599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cxnSp>
        <p:nvCxnSpPr>
          <p:cNvPr id="333" name="Straight Connector 248">
            <a:extLst>
              <a:ext uri="{FF2B5EF4-FFF2-40B4-BE49-F238E27FC236}">
                <a16:creationId xmlns:a16="http://schemas.microsoft.com/office/drawing/2014/main" id="{30AD7972-F4C1-6B5C-B1B6-B12CD8926881}"/>
              </a:ext>
            </a:extLst>
          </p:cNvPr>
          <p:cNvCxnSpPr>
            <a:cxnSpLocks/>
          </p:cNvCxnSpPr>
          <p:nvPr/>
        </p:nvCxnSpPr>
        <p:spPr>
          <a:xfrm>
            <a:off x="2069791" y="957806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Flowchart: Connector 202">
            <a:extLst>
              <a:ext uri="{FF2B5EF4-FFF2-40B4-BE49-F238E27FC236}">
                <a16:creationId xmlns:a16="http://schemas.microsoft.com/office/drawing/2014/main" id="{C0B0FBFA-FB3B-F592-E1F0-2FB614E99CB3}"/>
              </a:ext>
            </a:extLst>
          </p:cNvPr>
          <p:cNvSpPr/>
          <p:nvPr/>
        </p:nvSpPr>
        <p:spPr>
          <a:xfrm>
            <a:off x="2047075" y="124845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TextBox 343">
            <a:extLst>
              <a:ext uri="{FF2B5EF4-FFF2-40B4-BE49-F238E27FC236}">
                <a16:creationId xmlns:a16="http://schemas.microsoft.com/office/drawing/2014/main" id="{E7EFF2AF-9B8D-FE47-BC6B-EB54AC5C7F9D}"/>
              </a:ext>
            </a:extLst>
          </p:cNvPr>
          <p:cNvSpPr txBox="1"/>
          <p:nvPr/>
        </p:nvSpPr>
        <p:spPr>
          <a:xfrm>
            <a:off x="1743315" y="1043368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cxnSp>
        <p:nvCxnSpPr>
          <p:cNvPr id="336" name="Straight Connector 248">
            <a:extLst>
              <a:ext uri="{FF2B5EF4-FFF2-40B4-BE49-F238E27FC236}">
                <a16:creationId xmlns:a16="http://schemas.microsoft.com/office/drawing/2014/main" id="{D0BD0B57-7C90-583C-24F6-E7B5338FA60A}"/>
              </a:ext>
            </a:extLst>
          </p:cNvPr>
          <p:cNvCxnSpPr>
            <a:cxnSpLocks/>
            <a:stCxn id="334" idx="4"/>
            <a:endCxn id="322" idx="0"/>
          </p:cNvCxnSpPr>
          <p:nvPr/>
        </p:nvCxnSpPr>
        <p:spPr>
          <a:xfrm>
            <a:off x="2075650" y="1315118"/>
            <a:ext cx="9334" cy="2807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43">
            <a:extLst>
              <a:ext uri="{FF2B5EF4-FFF2-40B4-BE49-F238E27FC236}">
                <a16:creationId xmlns:a16="http://schemas.microsoft.com/office/drawing/2014/main" id="{65F47EE4-9D41-AA0D-641D-685AC97B905F}"/>
              </a:ext>
            </a:extLst>
          </p:cNvPr>
          <p:cNvSpPr txBox="1"/>
          <p:nvPr/>
        </p:nvSpPr>
        <p:spPr>
          <a:xfrm>
            <a:off x="1820163" y="2247069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cxnSp>
        <p:nvCxnSpPr>
          <p:cNvPr id="338" name="Straight Connector 238">
            <a:extLst>
              <a:ext uri="{FF2B5EF4-FFF2-40B4-BE49-F238E27FC236}">
                <a16:creationId xmlns:a16="http://schemas.microsoft.com/office/drawing/2014/main" id="{1BCDD5A5-B29B-5BC8-5ED1-4C07C95A3999}"/>
              </a:ext>
            </a:extLst>
          </p:cNvPr>
          <p:cNvCxnSpPr>
            <a:cxnSpLocks/>
          </p:cNvCxnSpPr>
          <p:nvPr/>
        </p:nvCxnSpPr>
        <p:spPr>
          <a:xfrm>
            <a:off x="1803562" y="253374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Flowchart: Connector 294">
            <a:extLst>
              <a:ext uri="{FF2B5EF4-FFF2-40B4-BE49-F238E27FC236}">
                <a16:creationId xmlns:a16="http://schemas.microsoft.com/office/drawing/2014/main" id="{6D26905E-CA38-F235-149A-F698B563006E}"/>
              </a:ext>
            </a:extLst>
          </p:cNvPr>
          <p:cNvSpPr/>
          <p:nvPr/>
        </p:nvSpPr>
        <p:spPr>
          <a:xfrm>
            <a:off x="1793075" y="250512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0" name="Straight Connector 238">
            <a:extLst>
              <a:ext uri="{FF2B5EF4-FFF2-40B4-BE49-F238E27FC236}">
                <a16:creationId xmlns:a16="http://schemas.microsoft.com/office/drawing/2014/main" id="{9968C240-0132-4015-BA39-6F58EADB8515}"/>
              </a:ext>
            </a:extLst>
          </p:cNvPr>
          <p:cNvCxnSpPr>
            <a:cxnSpLocks/>
          </p:cNvCxnSpPr>
          <p:nvPr/>
        </p:nvCxnSpPr>
        <p:spPr>
          <a:xfrm>
            <a:off x="1529772" y="2538462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Flowchart: Connector 294">
            <a:extLst>
              <a:ext uri="{FF2B5EF4-FFF2-40B4-BE49-F238E27FC236}">
                <a16:creationId xmlns:a16="http://schemas.microsoft.com/office/drawing/2014/main" id="{E913EB9B-BC7F-C8E1-C87A-F25817DFB49B}"/>
              </a:ext>
            </a:extLst>
          </p:cNvPr>
          <p:cNvSpPr/>
          <p:nvPr/>
        </p:nvSpPr>
        <p:spPr>
          <a:xfrm>
            <a:off x="1519717" y="249657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2" name="Straight Connector 238">
            <a:extLst>
              <a:ext uri="{FF2B5EF4-FFF2-40B4-BE49-F238E27FC236}">
                <a16:creationId xmlns:a16="http://schemas.microsoft.com/office/drawing/2014/main" id="{126F4C8B-1F5E-6253-9453-E7C54B0FECF8}"/>
              </a:ext>
            </a:extLst>
          </p:cNvPr>
          <p:cNvCxnSpPr>
            <a:cxnSpLocks/>
            <a:stCxn id="343" idx="6"/>
          </p:cNvCxnSpPr>
          <p:nvPr/>
        </p:nvCxnSpPr>
        <p:spPr>
          <a:xfrm flipV="1">
            <a:off x="1748317" y="2200365"/>
            <a:ext cx="360684" cy="15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Flowchart: Connector 294">
            <a:extLst>
              <a:ext uri="{FF2B5EF4-FFF2-40B4-BE49-F238E27FC236}">
                <a16:creationId xmlns:a16="http://schemas.microsoft.com/office/drawing/2014/main" id="{EB6D7F3D-91B0-CB5B-7DDC-D963C5DE4114}"/>
              </a:ext>
            </a:extLst>
          </p:cNvPr>
          <p:cNvSpPr/>
          <p:nvPr/>
        </p:nvSpPr>
        <p:spPr>
          <a:xfrm>
            <a:off x="1691167" y="216857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Straight Connector 238">
            <a:extLst>
              <a:ext uri="{FF2B5EF4-FFF2-40B4-BE49-F238E27FC236}">
                <a16:creationId xmlns:a16="http://schemas.microsoft.com/office/drawing/2014/main" id="{FD55E64D-93CF-3EA4-F768-84F2BA8B0D0F}"/>
              </a:ext>
            </a:extLst>
          </p:cNvPr>
          <p:cNvCxnSpPr>
            <a:cxnSpLocks/>
          </p:cNvCxnSpPr>
          <p:nvPr/>
        </p:nvCxnSpPr>
        <p:spPr>
          <a:xfrm flipV="1">
            <a:off x="1746716" y="1922035"/>
            <a:ext cx="360684" cy="15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Flowchart: Connector 294">
            <a:extLst>
              <a:ext uri="{FF2B5EF4-FFF2-40B4-BE49-F238E27FC236}">
                <a16:creationId xmlns:a16="http://schemas.microsoft.com/office/drawing/2014/main" id="{BE434CFA-B0F6-AD4E-7069-4B1E4218299B}"/>
              </a:ext>
            </a:extLst>
          </p:cNvPr>
          <p:cNvSpPr/>
          <p:nvPr/>
        </p:nvSpPr>
        <p:spPr>
          <a:xfrm>
            <a:off x="1684055" y="1887663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6" name="Straight Connector 238">
            <a:extLst>
              <a:ext uri="{FF2B5EF4-FFF2-40B4-BE49-F238E27FC236}">
                <a16:creationId xmlns:a16="http://schemas.microsoft.com/office/drawing/2014/main" id="{A862D8C7-8AF3-4AA4-AF6C-EA3F0CD0ACB8}"/>
              </a:ext>
            </a:extLst>
          </p:cNvPr>
          <p:cNvCxnSpPr>
            <a:cxnSpLocks/>
            <a:stCxn id="347" idx="6"/>
          </p:cNvCxnSpPr>
          <p:nvPr/>
        </p:nvCxnSpPr>
        <p:spPr>
          <a:xfrm flipV="1">
            <a:off x="1548292" y="1630439"/>
            <a:ext cx="536710" cy="15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Flowchart: Connector 294">
            <a:extLst>
              <a:ext uri="{FF2B5EF4-FFF2-40B4-BE49-F238E27FC236}">
                <a16:creationId xmlns:a16="http://schemas.microsoft.com/office/drawing/2014/main" id="{3934E148-2AAE-5379-3482-4D32617046DC}"/>
              </a:ext>
            </a:extLst>
          </p:cNvPr>
          <p:cNvSpPr/>
          <p:nvPr/>
        </p:nvSpPr>
        <p:spPr>
          <a:xfrm>
            <a:off x="1491142" y="159865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8" name="Straight Connector 238">
            <a:extLst>
              <a:ext uri="{FF2B5EF4-FFF2-40B4-BE49-F238E27FC236}">
                <a16:creationId xmlns:a16="http://schemas.microsoft.com/office/drawing/2014/main" id="{B3EE37AC-E249-E79F-AD20-5C03B1D69270}"/>
              </a:ext>
            </a:extLst>
          </p:cNvPr>
          <p:cNvCxnSpPr>
            <a:cxnSpLocks/>
          </p:cNvCxnSpPr>
          <p:nvPr/>
        </p:nvCxnSpPr>
        <p:spPr>
          <a:xfrm flipV="1">
            <a:off x="1075995" y="1631986"/>
            <a:ext cx="415147" cy="50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Flowchart: Connector 294">
            <a:extLst>
              <a:ext uri="{FF2B5EF4-FFF2-40B4-BE49-F238E27FC236}">
                <a16:creationId xmlns:a16="http://schemas.microsoft.com/office/drawing/2014/main" id="{8283F0EA-41B8-A1A5-FFC6-F308F5E8CBB8}"/>
              </a:ext>
            </a:extLst>
          </p:cNvPr>
          <p:cNvSpPr/>
          <p:nvPr/>
        </p:nvSpPr>
        <p:spPr>
          <a:xfrm>
            <a:off x="1045372" y="159865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0" name="Straight Connector 248">
            <a:extLst>
              <a:ext uri="{FF2B5EF4-FFF2-40B4-BE49-F238E27FC236}">
                <a16:creationId xmlns:a16="http://schemas.microsoft.com/office/drawing/2014/main" id="{288E0C3C-0BE2-489E-B612-90E467D88053}"/>
              </a:ext>
            </a:extLst>
          </p:cNvPr>
          <p:cNvCxnSpPr>
            <a:cxnSpLocks/>
          </p:cNvCxnSpPr>
          <p:nvPr/>
        </p:nvCxnSpPr>
        <p:spPr>
          <a:xfrm>
            <a:off x="1516744" y="1340943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Flowchart: Connector 202">
            <a:extLst>
              <a:ext uri="{FF2B5EF4-FFF2-40B4-BE49-F238E27FC236}">
                <a16:creationId xmlns:a16="http://schemas.microsoft.com/office/drawing/2014/main" id="{E632B220-CBE5-252B-2324-9A190581B5A3}"/>
              </a:ext>
            </a:extLst>
          </p:cNvPr>
          <p:cNvSpPr/>
          <p:nvPr/>
        </p:nvSpPr>
        <p:spPr>
          <a:xfrm>
            <a:off x="1490034" y="127150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2" name="Straight Connector 248">
            <a:extLst>
              <a:ext uri="{FF2B5EF4-FFF2-40B4-BE49-F238E27FC236}">
                <a16:creationId xmlns:a16="http://schemas.microsoft.com/office/drawing/2014/main" id="{BE55AA77-4433-FB16-3113-C26026A7D445}"/>
              </a:ext>
            </a:extLst>
          </p:cNvPr>
          <p:cNvCxnSpPr>
            <a:cxnSpLocks/>
          </p:cNvCxnSpPr>
          <p:nvPr/>
        </p:nvCxnSpPr>
        <p:spPr>
          <a:xfrm>
            <a:off x="1513772" y="1015981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Flowchart: Connector 294">
            <a:extLst>
              <a:ext uri="{FF2B5EF4-FFF2-40B4-BE49-F238E27FC236}">
                <a16:creationId xmlns:a16="http://schemas.microsoft.com/office/drawing/2014/main" id="{173AD1EE-576F-5FF9-F9E4-BA22A36CE4D3}"/>
              </a:ext>
            </a:extLst>
          </p:cNvPr>
          <p:cNvSpPr/>
          <p:nvPr/>
        </p:nvSpPr>
        <p:spPr>
          <a:xfrm>
            <a:off x="1486859" y="97670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4" name="Straight Connector 248">
            <a:extLst>
              <a:ext uri="{FF2B5EF4-FFF2-40B4-BE49-F238E27FC236}">
                <a16:creationId xmlns:a16="http://schemas.microsoft.com/office/drawing/2014/main" id="{538E0AB5-C402-326B-64C7-004F89CD6FE5}"/>
              </a:ext>
            </a:extLst>
          </p:cNvPr>
          <p:cNvCxnSpPr>
            <a:cxnSpLocks/>
          </p:cNvCxnSpPr>
          <p:nvPr/>
        </p:nvCxnSpPr>
        <p:spPr>
          <a:xfrm>
            <a:off x="1070974" y="1340943"/>
            <a:ext cx="5945" cy="2910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Flowchart: Connector 294">
            <a:extLst>
              <a:ext uri="{FF2B5EF4-FFF2-40B4-BE49-F238E27FC236}">
                <a16:creationId xmlns:a16="http://schemas.microsoft.com/office/drawing/2014/main" id="{D846BB81-95A0-17A9-AE8E-5E7E356F7233}"/>
              </a:ext>
            </a:extLst>
          </p:cNvPr>
          <p:cNvSpPr/>
          <p:nvPr/>
        </p:nvSpPr>
        <p:spPr>
          <a:xfrm>
            <a:off x="1041089" y="127150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6" name="Straight Connector 248">
            <a:extLst>
              <a:ext uri="{FF2B5EF4-FFF2-40B4-BE49-F238E27FC236}">
                <a16:creationId xmlns:a16="http://schemas.microsoft.com/office/drawing/2014/main" id="{EEA12710-5EEC-C7C7-7F66-747D45093BB5}"/>
              </a:ext>
            </a:extLst>
          </p:cNvPr>
          <p:cNvCxnSpPr>
            <a:cxnSpLocks/>
          </p:cNvCxnSpPr>
          <p:nvPr/>
        </p:nvCxnSpPr>
        <p:spPr>
          <a:xfrm>
            <a:off x="4419726" y="3035681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Flowchart: Connector 202">
            <a:extLst>
              <a:ext uri="{FF2B5EF4-FFF2-40B4-BE49-F238E27FC236}">
                <a16:creationId xmlns:a16="http://schemas.microsoft.com/office/drawing/2014/main" id="{5F3498AA-C913-F531-4AF0-3DF05B0C9F80}"/>
              </a:ext>
            </a:extLst>
          </p:cNvPr>
          <p:cNvSpPr/>
          <p:nvPr/>
        </p:nvSpPr>
        <p:spPr>
          <a:xfrm>
            <a:off x="4394814" y="297736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8" name="Straight Connector 248">
            <a:extLst>
              <a:ext uri="{FF2B5EF4-FFF2-40B4-BE49-F238E27FC236}">
                <a16:creationId xmlns:a16="http://schemas.microsoft.com/office/drawing/2014/main" id="{F9193BDE-CBFD-660B-FCC8-951F4BEED594}"/>
              </a:ext>
            </a:extLst>
          </p:cNvPr>
          <p:cNvCxnSpPr>
            <a:cxnSpLocks/>
          </p:cNvCxnSpPr>
          <p:nvPr/>
        </p:nvCxnSpPr>
        <p:spPr>
          <a:xfrm>
            <a:off x="4415916" y="2600451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Flowchart: Connector 202">
            <a:extLst>
              <a:ext uri="{FF2B5EF4-FFF2-40B4-BE49-F238E27FC236}">
                <a16:creationId xmlns:a16="http://schemas.microsoft.com/office/drawing/2014/main" id="{660C2FA2-43FC-6C84-76BA-8F5585FFD217}"/>
              </a:ext>
            </a:extLst>
          </p:cNvPr>
          <p:cNvSpPr/>
          <p:nvPr/>
        </p:nvSpPr>
        <p:spPr>
          <a:xfrm>
            <a:off x="4387194" y="254912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0" name="Straight Connector 248">
            <a:extLst>
              <a:ext uri="{FF2B5EF4-FFF2-40B4-BE49-F238E27FC236}">
                <a16:creationId xmlns:a16="http://schemas.microsoft.com/office/drawing/2014/main" id="{1442C776-1F96-A9FB-9484-DA3E542E101F}"/>
              </a:ext>
            </a:extLst>
          </p:cNvPr>
          <p:cNvCxnSpPr>
            <a:cxnSpLocks/>
          </p:cNvCxnSpPr>
          <p:nvPr/>
        </p:nvCxnSpPr>
        <p:spPr>
          <a:xfrm>
            <a:off x="4412106" y="2192836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Flowchart: Connector 202">
            <a:extLst>
              <a:ext uri="{FF2B5EF4-FFF2-40B4-BE49-F238E27FC236}">
                <a16:creationId xmlns:a16="http://schemas.microsoft.com/office/drawing/2014/main" id="{995F84B9-2629-A0AB-24A2-3161336BE971}"/>
              </a:ext>
            </a:extLst>
          </p:cNvPr>
          <p:cNvSpPr/>
          <p:nvPr/>
        </p:nvSpPr>
        <p:spPr>
          <a:xfrm>
            <a:off x="4384813" y="216812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2" name="Straight Connector 8">
            <a:extLst>
              <a:ext uri="{FF2B5EF4-FFF2-40B4-BE49-F238E27FC236}">
                <a16:creationId xmlns:a16="http://schemas.microsoft.com/office/drawing/2014/main" id="{C9FC6CBB-763E-E8B3-4724-D487CF3EC7ED}"/>
              </a:ext>
            </a:extLst>
          </p:cNvPr>
          <p:cNvCxnSpPr>
            <a:cxnSpLocks/>
          </p:cNvCxnSpPr>
          <p:nvPr/>
        </p:nvCxnSpPr>
        <p:spPr>
          <a:xfrm>
            <a:off x="4114172" y="2205309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Flowchart: Connector 202">
            <a:extLst>
              <a:ext uri="{FF2B5EF4-FFF2-40B4-BE49-F238E27FC236}">
                <a16:creationId xmlns:a16="http://schemas.microsoft.com/office/drawing/2014/main" id="{975C5CC0-969C-5806-F0F1-976EBDC2F976}"/>
              </a:ext>
            </a:extLst>
          </p:cNvPr>
          <p:cNvSpPr/>
          <p:nvPr/>
        </p:nvSpPr>
        <p:spPr>
          <a:xfrm>
            <a:off x="4070488" y="216812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4" name="Straight Connector 248">
            <a:extLst>
              <a:ext uri="{FF2B5EF4-FFF2-40B4-BE49-F238E27FC236}">
                <a16:creationId xmlns:a16="http://schemas.microsoft.com/office/drawing/2014/main" id="{8D06C9B4-6DE8-7A1C-3D65-40B7F225B8E6}"/>
              </a:ext>
            </a:extLst>
          </p:cNvPr>
          <p:cNvCxnSpPr>
            <a:cxnSpLocks/>
          </p:cNvCxnSpPr>
          <p:nvPr/>
        </p:nvCxnSpPr>
        <p:spPr>
          <a:xfrm>
            <a:off x="4098971" y="2176688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Flowchart: Connector 202">
            <a:extLst>
              <a:ext uri="{FF2B5EF4-FFF2-40B4-BE49-F238E27FC236}">
                <a16:creationId xmlns:a16="http://schemas.microsoft.com/office/drawing/2014/main" id="{AB84CDF4-D780-8C8C-A599-2D0F084C486D}"/>
              </a:ext>
            </a:extLst>
          </p:cNvPr>
          <p:cNvSpPr/>
          <p:nvPr/>
        </p:nvSpPr>
        <p:spPr>
          <a:xfrm>
            <a:off x="4077631" y="255461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6" name="Straight Connector 238">
            <a:extLst>
              <a:ext uri="{FF2B5EF4-FFF2-40B4-BE49-F238E27FC236}">
                <a16:creationId xmlns:a16="http://schemas.microsoft.com/office/drawing/2014/main" id="{D8381BA0-DC81-7F65-C3A7-A5F37957D8FD}"/>
              </a:ext>
            </a:extLst>
          </p:cNvPr>
          <p:cNvCxnSpPr>
            <a:cxnSpLocks/>
          </p:cNvCxnSpPr>
          <p:nvPr/>
        </p:nvCxnSpPr>
        <p:spPr>
          <a:xfrm>
            <a:off x="2135975" y="252991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Flowchart: Connector 294">
            <a:extLst>
              <a:ext uri="{FF2B5EF4-FFF2-40B4-BE49-F238E27FC236}">
                <a16:creationId xmlns:a16="http://schemas.microsoft.com/office/drawing/2014/main" id="{C368EA2C-3497-6528-19B0-322C423CE453}"/>
              </a:ext>
            </a:extLst>
          </p:cNvPr>
          <p:cNvSpPr/>
          <p:nvPr/>
        </p:nvSpPr>
        <p:spPr>
          <a:xfrm>
            <a:off x="2395849" y="249657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8" name="Straight Connector 238">
            <a:extLst>
              <a:ext uri="{FF2B5EF4-FFF2-40B4-BE49-F238E27FC236}">
                <a16:creationId xmlns:a16="http://schemas.microsoft.com/office/drawing/2014/main" id="{8B6E83D9-08E5-7250-7593-1744E0A7C0C4}"/>
              </a:ext>
            </a:extLst>
          </p:cNvPr>
          <p:cNvCxnSpPr>
            <a:cxnSpLocks/>
          </p:cNvCxnSpPr>
          <p:nvPr/>
        </p:nvCxnSpPr>
        <p:spPr>
          <a:xfrm>
            <a:off x="2457606" y="2531335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Flowchart: Connector 294">
            <a:extLst>
              <a:ext uri="{FF2B5EF4-FFF2-40B4-BE49-F238E27FC236}">
                <a16:creationId xmlns:a16="http://schemas.microsoft.com/office/drawing/2014/main" id="{A7CBBD59-572D-A9A9-2676-813AC6A365EF}"/>
              </a:ext>
            </a:extLst>
          </p:cNvPr>
          <p:cNvSpPr/>
          <p:nvPr/>
        </p:nvSpPr>
        <p:spPr>
          <a:xfrm>
            <a:off x="2732014" y="249657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0" name="Straight Connector 238">
            <a:extLst>
              <a:ext uri="{FF2B5EF4-FFF2-40B4-BE49-F238E27FC236}">
                <a16:creationId xmlns:a16="http://schemas.microsoft.com/office/drawing/2014/main" id="{8C66D769-01D6-BD03-5B27-072391E6F457}"/>
              </a:ext>
            </a:extLst>
          </p:cNvPr>
          <p:cNvCxnSpPr>
            <a:cxnSpLocks/>
          </p:cNvCxnSpPr>
          <p:nvPr/>
        </p:nvCxnSpPr>
        <p:spPr>
          <a:xfrm>
            <a:off x="2779237" y="2529913"/>
            <a:ext cx="432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Flowchart: Connector 294">
            <a:extLst>
              <a:ext uri="{FF2B5EF4-FFF2-40B4-BE49-F238E27FC236}">
                <a16:creationId xmlns:a16="http://schemas.microsoft.com/office/drawing/2014/main" id="{6552CA5E-4003-893F-C1FE-3F0D7ADD9F68}"/>
              </a:ext>
            </a:extLst>
          </p:cNvPr>
          <p:cNvSpPr/>
          <p:nvPr/>
        </p:nvSpPr>
        <p:spPr>
          <a:xfrm>
            <a:off x="3204553" y="249657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2" name="Straight Connector 248">
            <a:extLst>
              <a:ext uri="{FF2B5EF4-FFF2-40B4-BE49-F238E27FC236}">
                <a16:creationId xmlns:a16="http://schemas.microsoft.com/office/drawing/2014/main" id="{5318AC93-E33B-C901-BC2C-4BAE41CAA763}"/>
              </a:ext>
            </a:extLst>
          </p:cNvPr>
          <p:cNvCxnSpPr>
            <a:cxnSpLocks/>
          </p:cNvCxnSpPr>
          <p:nvPr/>
        </p:nvCxnSpPr>
        <p:spPr>
          <a:xfrm>
            <a:off x="3231005" y="2507282"/>
            <a:ext cx="0" cy="265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Flowchart: Connector 202">
            <a:extLst>
              <a:ext uri="{FF2B5EF4-FFF2-40B4-BE49-F238E27FC236}">
                <a16:creationId xmlns:a16="http://schemas.microsoft.com/office/drawing/2014/main" id="{1296B915-4A4F-612D-9783-4E3FF1415E01}"/>
              </a:ext>
            </a:extLst>
          </p:cNvPr>
          <p:cNvSpPr/>
          <p:nvPr/>
        </p:nvSpPr>
        <p:spPr>
          <a:xfrm>
            <a:off x="3204553" y="2739033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4" name="Straight Connector 248">
            <a:extLst>
              <a:ext uri="{FF2B5EF4-FFF2-40B4-BE49-F238E27FC236}">
                <a16:creationId xmlns:a16="http://schemas.microsoft.com/office/drawing/2014/main" id="{FF98E193-F715-1839-85EC-9E49C0F393C1}"/>
              </a:ext>
            </a:extLst>
          </p:cNvPr>
          <p:cNvCxnSpPr>
            <a:cxnSpLocks/>
          </p:cNvCxnSpPr>
          <p:nvPr/>
        </p:nvCxnSpPr>
        <p:spPr>
          <a:xfrm>
            <a:off x="3233265" y="2268078"/>
            <a:ext cx="0" cy="265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Flowchart: Connector 202">
            <a:extLst>
              <a:ext uri="{FF2B5EF4-FFF2-40B4-BE49-F238E27FC236}">
                <a16:creationId xmlns:a16="http://schemas.microsoft.com/office/drawing/2014/main" id="{6C3843AD-A1D1-13C4-DF1B-0C69F2E2C1F1}"/>
              </a:ext>
            </a:extLst>
          </p:cNvPr>
          <p:cNvSpPr/>
          <p:nvPr/>
        </p:nvSpPr>
        <p:spPr>
          <a:xfrm>
            <a:off x="3204553" y="222825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6" name="Straight Connector 248">
            <a:extLst>
              <a:ext uri="{FF2B5EF4-FFF2-40B4-BE49-F238E27FC236}">
                <a16:creationId xmlns:a16="http://schemas.microsoft.com/office/drawing/2014/main" id="{0F1EA053-4E0B-498C-8E04-47263FCD7AC6}"/>
              </a:ext>
            </a:extLst>
          </p:cNvPr>
          <p:cNvCxnSpPr>
            <a:cxnSpLocks/>
          </p:cNvCxnSpPr>
          <p:nvPr/>
        </p:nvCxnSpPr>
        <p:spPr>
          <a:xfrm>
            <a:off x="3229693" y="2001378"/>
            <a:ext cx="0" cy="265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Flowchart: Connector 202">
            <a:extLst>
              <a:ext uri="{FF2B5EF4-FFF2-40B4-BE49-F238E27FC236}">
                <a16:creationId xmlns:a16="http://schemas.microsoft.com/office/drawing/2014/main" id="{61467E66-6E4B-208F-ACC6-998A463B2327}"/>
              </a:ext>
            </a:extLst>
          </p:cNvPr>
          <p:cNvSpPr/>
          <p:nvPr/>
        </p:nvSpPr>
        <p:spPr>
          <a:xfrm>
            <a:off x="3204553" y="1956793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8" name="Straight Connector 248">
            <a:extLst>
              <a:ext uri="{FF2B5EF4-FFF2-40B4-BE49-F238E27FC236}">
                <a16:creationId xmlns:a16="http://schemas.microsoft.com/office/drawing/2014/main" id="{D3AA95C3-C15A-BBBB-5E3F-DB57878C1F2F}"/>
              </a:ext>
            </a:extLst>
          </p:cNvPr>
          <p:cNvCxnSpPr>
            <a:cxnSpLocks/>
          </p:cNvCxnSpPr>
          <p:nvPr/>
        </p:nvCxnSpPr>
        <p:spPr>
          <a:xfrm>
            <a:off x="2760589" y="2278025"/>
            <a:ext cx="0" cy="265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Flowchart: Connector 202">
            <a:extLst>
              <a:ext uri="{FF2B5EF4-FFF2-40B4-BE49-F238E27FC236}">
                <a16:creationId xmlns:a16="http://schemas.microsoft.com/office/drawing/2014/main" id="{74589D06-CDCC-A500-29B9-25E7DBB93409}"/>
              </a:ext>
            </a:extLst>
          </p:cNvPr>
          <p:cNvSpPr/>
          <p:nvPr/>
        </p:nvSpPr>
        <p:spPr>
          <a:xfrm>
            <a:off x="2732014" y="223658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0" name="Straight Connector 248">
            <a:extLst>
              <a:ext uri="{FF2B5EF4-FFF2-40B4-BE49-F238E27FC236}">
                <a16:creationId xmlns:a16="http://schemas.microsoft.com/office/drawing/2014/main" id="{9AE00832-C467-B9AD-6B46-95F9DA239B88}"/>
              </a:ext>
            </a:extLst>
          </p:cNvPr>
          <p:cNvCxnSpPr>
            <a:cxnSpLocks/>
          </p:cNvCxnSpPr>
          <p:nvPr/>
        </p:nvCxnSpPr>
        <p:spPr>
          <a:xfrm>
            <a:off x="2760589" y="2019549"/>
            <a:ext cx="0" cy="265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Flowchart: Connector 202">
            <a:extLst>
              <a:ext uri="{FF2B5EF4-FFF2-40B4-BE49-F238E27FC236}">
                <a16:creationId xmlns:a16="http://schemas.microsoft.com/office/drawing/2014/main" id="{DCA32DB0-9E2A-D3FD-8135-50A96FFA7F18}"/>
              </a:ext>
            </a:extLst>
          </p:cNvPr>
          <p:cNvSpPr/>
          <p:nvPr/>
        </p:nvSpPr>
        <p:spPr>
          <a:xfrm>
            <a:off x="2732014" y="198536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2" name="Straight Connector 248">
            <a:extLst>
              <a:ext uri="{FF2B5EF4-FFF2-40B4-BE49-F238E27FC236}">
                <a16:creationId xmlns:a16="http://schemas.microsoft.com/office/drawing/2014/main" id="{762FE1EE-A76E-E53E-7BDA-68AB414F1740}"/>
              </a:ext>
            </a:extLst>
          </p:cNvPr>
          <p:cNvCxnSpPr>
            <a:cxnSpLocks/>
          </p:cNvCxnSpPr>
          <p:nvPr/>
        </p:nvCxnSpPr>
        <p:spPr>
          <a:xfrm>
            <a:off x="2760589" y="1768187"/>
            <a:ext cx="0" cy="265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Flowchart: Connector 202">
            <a:extLst>
              <a:ext uri="{FF2B5EF4-FFF2-40B4-BE49-F238E27FC236}">
                <a16:creationId xmlns:a16="http://schemas.microsoft.com/office/drawing/2014/main" id="{43EC2BE9-B67A-BEDE-60E4-A4391DBDEF7D}"/>
              </a:ext>
            </a:extLst>
          </p:cNvPr>
          <p:cNvSpPr/>
          <p:nvPr/>
        </p:nvSpPr>
        <p:spPr>
          <a:xfrm>
            <a:off x="2732014" y="171360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4" name="Straight Connector 248">
            <a:extLst>
              <a:ext uri="{FF2B5EF4-FFF2-40B4-BE49-F238E27FC236}">
                <a16:creationId xmlns:a16="http://schemas.microsoft.com/office/drawing/2014/main" id="{471BE1A7-D006-1A9B-3F34-4B4EC41884CF}"/>
              </a:ext>
            </a:extLst>
          </p:cNvPr>
          <p:cNvCxnSpPr>
            <a:cxnSpLocks/>
          </p:cNvCxnSpPr>
          <p:nvPr/>
        </p:nvCxnSpPr>
        <p:spPr>
          <a:xfrm>
            <a:off x="2760589" y="1481655"/>
            <a:ext cx="0" cy="265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Flowchart: Connector 202">
            <a:extLst>
              <a:ext uri="{FF2B5EF4-FFF2-40B4-BE49-F238E27FC236}">
                <a16:creationId xmlns:a16="http://schemas.microsoft.com/office/drawing/2014/main" id="{5BB5232B-6BD0-15D2-3D0E-2D529ED23EFE}"/>
              </a:ext>
            </a:extLst>
          </p:cNvPr>
          <p:cNvSpPr/>
          <p:nvPr/>
        </p:nvSpPr>
        <p:spPr>
          <a:xfrm>
            <a:off x="2732014" y="144928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6" name="Straight Connector 238">
            <a:extLst>
              <a:ext uri="{FF2B5EF4-FFF2-40B4-BE49-F238E27FC236}">
                <a16:creationId xmlns:a16="http://schemas.microsoft.com/office/drawing/2014/main" id="{B2D5F8E5-6BC1-BA13-35BA-105453653993}"/>
              </a:ext>
            </a:extLst>
          </p:cNvPr>
          <p:cNvCxnSpPr>
            <a:cxnSpLocks/>
          </p:cNvCxnSpPr>
          <p:nvPr/>
        </p:nvCxnSpPr>
        <p:spPr>
          <a:xfrm>
            <a:off x="2750662" y="2269778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Flowchart: Connector 202">
            <a:extLst>
              <a:ext uri="{FF2B5EF4-FFF2-40B4-BE49-F238E27FC236}">
                <a16:creationId xmlns:a16="http://schemas.microsoft.com/office/drawing/2014/main" id="{510E080B-7B08-CD1F-4A11-8FB17D85F4CC}"/>
              </a:ext>
            </a:extLst>
          </p:cNvPr>
          <p:cNvSpPr/>
          <p:nvPr/>
        </p:nvSpPr>
        <p:spPr>
          <a:xfrm>
            <a:off x="3005970" y="222888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8" name="Straight Connector 238">
            <a:extLst>
              <a:ext uri="{FF2B5EF4-FFF2-40B4-BE49-F238E27FC236}">
                <a16:creationId xmlns:a16="http://schemas.microsoft.com/office/drawing/2014/main" id="{BBD4566D-D7E4-1986-2375-23F90B72CC24}"/>
              </a:ext>
            </a:extLst>
          </p:cNvPr>
          <p:cNvCxnSpPr>
            <a:cxnSpLocks/>
          </p:cNvCxnSpPr>
          <p:nvPr/>
        </p:nvCxnSpPr>
        <p:spPr>
          <a:xfrm>
            <a:off x="2760589" y="2017365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Flowchart: Connector 202">
            <a:extLst>
              <a:ext uri="{FF2B5EF4-FFF2-40B4-BE49-F238E27FC236}">
                <a16:creationId xmlns:a16="http://schemas.microsoft.com/office/drawing/2014/main" id="{E1F073B3-5187-3B30-F2FC-61F83F9EA33E}"/>
              </a:ext>
            </a:extLst>
          </p:cNvPr>
          <p:cNvSpPr/>
          <p:nvPr/>
        </p:nvSpPr>
        <p:spPr>
          <a:xfrm>
            <a:off x="2987981" y="198242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0" name="Straight Connector 238">
            <a:extLst>
              <a:ext uri="{FF2B5EF4-FFF2-40B4-BE49-F238E27FC236}">
                <a16:creationId xmlns:a16="http://schemas.microsoft.com/office/drawing/2014/main" id="{6BDA1A62-09BE-EBEA-6C1C-DFB118F2D7E0}"/>
              </a:ext>
            </a:extLst>
          </p:cNvPr>
          <p:cNvCxnSpPr>
            <a:cxnSpLocks/>
          </p:cNvCxnSpPr>
          <p:nvPr/>
        </p:nvCxnSpPr>
        <p:spPr>
          <a:xfrm>
            <a:off x="2750662" y="1746942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Flowchart: Connector 202">
            <a:extLst>
              <a:ext uri="{FF2B5EF4-FFF2-40B4-BE49-F238E27FC236}">
                <a16:creationId xmlns:a16="http://schemas.microsoft.com/office/drawing/2014/main" id="{4E428714-4D76-2C76-35D7-FE933C80255F}"/>
              </a:ext>
            </a:extLst>
          </p:cNvPr>
          <p:cNvSpPr/>
          <p:nvPr/>
        </p:nvSpPr>
        <p:spPr>
          <a:xfrm>
            <a:off x="2987981" y="171360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2" name="Straight Connector 238">
            <a:extLst>
              <a:ext uri="{FF2B5EF4-FFF2-40B4-BE49-F238E27FC236}">
                <a16:creationId xmlns:a16="http://schemas.microsoft.com/office/drawing/2014/main" id="{B0EFEED1-4005-F864-FC03-97A50C17EBBF}"/>
              </a:ext>
            </a:extLst>
          </p:cNvPr>
          <p:cNvCxnSpPr>
            <a:cxnSpLocks/>
          </p:cNvCxnSpPr>
          <p:nvPr/>
        </p:nvCxnSpPr>
        <p:spPr>
          <a:xfrm>
            <a:off x="3026433" y="1746942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Flowchart: Connector 202">
            <a:extLst>
              <a:ext uri="{FF2B5EF4-FFF2-40B4-BE49-F238E27FC236}">
                <a16:creationId xmlns:a16="http://schemas.microsoft.com/office/drawing/2014/main" id="{02D504B4-D722-A32E-7FF3-8D96A33A5BC4}"/>
              </a:ext>
            </a:extLst>
          </p:cNvPr>
          <p:cNvSpPr/>
          <p:nvPr/>
        </p:nvSpPr>
        <p:spPr>
          <a:xfrm>
            <a:off x="3268968" y="171360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4" name="Straight Connector 238">
            <a:extLst>
              <a:ext uri="{FF2B5EF4-FFF2-40B4-BE49-F238E27FC236}">
                <a16:creationId xmlns:a16="http://schemas.microsoft.com/office/drawing/2014/main" id="{3790AB31-DED5-EDDA-CB17-D8DF38DD7E33}"/>
              </a:ext>
            </a:extLst>
          </p:cNvPr>
          <p:cNvCxnSpPr>
            <a:cxnSpLocks/>
          </p:cNvCxnSpPr>
          <p:nvPr/>
        </p:nvCxnSpPr>
        <p:spPr>
          <a:xfrm>
            <a:off x="2514879" y="1486592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Flowchart: Connector 202">
            <a:extLst>
              <a:ext uri="{FF2B5EF4-FFF2-40B4-BE49-F238E27FC236}">
                <a16:creationId xmlns:a16="http://schemas.microsoft.com/office/drawing/2014/main" id="{F55629C1-DE93-56B7-FE65-47453F3E118D}"/>
              </a:ext>
            </a:extLst>
          </p:cNvPr>
          <p:cNvSpPr/>
          <p:nvPr/>
        </p:nvSpPr>
        <p:spPr>
          <a:xfrm>
            <a:off x="2486181" y="144443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6" name="Straight Connector 238">
            <a:extLst>
              <a:ext uri="{FF2B5EF4-FFF2-40B4-BE49-F238E27FC236}">
                <a16:creationId xmlns:a16="http://schemas.microsoft.com/office/drawing/2014/main" id="{4BBDE215-393E-D40E-5B81-F9AEE6EDF3ED}"/>
              </a:ext>
            </a:extLst>
          </p:cNvPr>
          <p:cNvCxnSpPr>
            <a:cxnSpLocks/>
          </p:cNvCxnSpPr>
          <p:nvPr/>
        </p:nvCxnSpPr>
        <p:spPr>
          <a:xfrm>
            <a:off x="2779237" y="1490164"/>
            <a:ext cx="3257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Flowchart: Connector 202">
            <a:extLst>
              <a:ext uri="{FF2B5EF4-FFF2-40B4-BE49-F238E27FC236}">
                <a16:creationId xmlns:a16="http://schemas.microsoft.com/office/drawing/2014/main" id="{3FD588EB-E25A-E3E0-CDED-1CD8342B72BE}"/>
              </a:ext>
            </a:extLst>
          </p:cNvPr>
          <p:cNvSpPr/>
          <p:nvPr/>
        </p:nvSpPr>
        <p:spPr>
          <a:xfrm>
            <a:off x="3105030" y="145039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Connector 238">
            <a:extLst>
              <a:ext uri="{FF2B5EF4-FFF2-40B4-BE49-F238E27FC236}">
                <a16:creationId xmlns:a16="http://schemas.microsoft.com/office/drawing/2014/main" id="{E3079C02-7181-C623-CB38-AF49A881B6B8}"/>
              </a:ext>
            </a:extLst>
          </p:cNvPr>
          <p:cNvCxnSpPr>
            <a:cxnSpLocks/>
          </p:cNvCxnSpPr>
          <p:nvPr/>
        </p:nvCxnSpPr>
        <p:spPr>
          <a:xfrm>
            <a:off x="3137495" y="1490164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Flowchart: Connector 202">
            <a:extLst>
              <a:ext uri="{FF2B5EF4-FFF2-40B4-BE49-F238E27FC236}">
                <a16:creationId xmlns:a16="http://schemas.microsoft.com/office/drawing/2014/main" id="{7420E821-D2DD-590F-1C34-2CF21BDED676}"/>
              </a:ext>
            </a:extLst>
          </p:cNvPr>
          <p:cNvSpPr/>
          <p:nvPr/>
        </p:nvSpPr>
        <p:spPr>
          <a:xfrm>
            <a:off x="3390780" y="145039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0" name="Straight Connector 248">
            <a:extLst>
              <a:ext uri="{FF2B5EF4-FFF2-40B4-BE49-F238E27FC236}">
                <a16:creationId xmlns:a16="http://schemas.microsoft.com/office/drawing/2014/main" id="{69EA7390-CA1F-0019-5EFA-AC055FEC7BF0}"/>
              </a:ext>
            </a:extLst>
          </p:cNvPr>
          <p:cNvCxnSpPr>
            <a:cxnSpLocks/>
          </p:cNvCxnSpPr>
          <p:nvPr/>
        </p:nvCxnSpPr>
        <p:spPr>
          <a:xfrm>
            <a:off x="3419355" y="1304836"/>
            <a:ext cx="0" cy="194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Flowchart: Connector 202">
            <a:extLst>
              <a:ext uri="{FF2B5EF4-FFF2-40B4-BE49-F238E27FC236}">
                <a16:creationId xmlns:a16="http://schemas.microsoft.com/office/drawing/2014/main" id="{D9EB3C35-EC0B-FC00-4E3C-30EB52D95D4B}"/>
              </a:ext>
            </a:extLst>
          </p:cNvPr>
          <p:cNvSpPr/>
          <p:nvPr/>
        </p:nvSpPr>
        <p:spPr>
          <a:xfrm>
            <a:off x="3390780" y="124798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2" name="Straight Connector 238">
            <a:extLst>
              <a:ext uri="{FF2B5EF4-FFF2-40B4-BE49-F238E27FC236}">
                <a16:creationId xmlns:a16="http://schemas.microsoft.com/office/drawing/2014/main" id="{88FA894A-2149-CAF8-247F-164C0A8A75E9}"/>
              </a:ext>
            </a:extLst>
          </p:cNvPr>
          <p:cNvCxnSpPr>
            <a:cxnSpLocks/>
            <a:stCxn id="401" idx="6"/>
            <a:endCxn id="403" idx="2"/>
          </p:cNvCxnSpPr>
          <p:nvPr/>
        </p:nvCxnSpPr>
        <p:spPr>
          <a:xfrm flipV="1">
            <a:off x="3447930" y="1281027"/>
            <a:ext cx="443857" cy="2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Flowchart: Connector 202">
            <a:extLst>
              <a:ext uri="{FF2B5EF4-FFF2-40B4-BE49-F238E27FC236}">
                <a16:creationId xmlns:a16="http://schemas.microsoft.com/office/drawing/2014/main" id="{E52A5AF9-7C82-3095-A3C3-7BB07EFB71EB}"/>
              </a:ext>
            </a:extLst>
          </p:cNvPr>
          <p:cNvSpPr/>
          <p:nvPr/>
        </p:nvSpPr>
        <p:spPr>
          <a:xfrm>
            <a:off x="3891787" y="1247693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4" name="Straight Connector 238">
            <a:extLst>
              <a:ext uri="{FF2B5EF4-FFF2-40B4-BE49-F238E27FC236}">
                <a16:creationId xmlns:a16="http://schemas.microsoft.com/office/drawing/2014/main" id="{B3F2B19D-385C-AB48-FC42-CE86E2EB50C7}"/>
              </a:ext>
            </a:extLst>
          </p:cNvPr>
          <p:cNvCxnSpPr>
            <a:cxnSpLocks/>
          </p:cNvCxnSpPr>
          <p:nvPr/>
        </p:nvCxnSpPr>
        <p:spPr>
          <a:xfrm>
            <a:off x="2086180" y="997245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Flowchart: Connector 202">
            <a:extLst>
              <a:ext uri="{FF2B5EF4-FFF2-40B4-BE49-F238E27FC236}">
                <a16:creationId xmlns:a16="http://schemas.microsoft.com/office/drawing/2014/main" id="{2277471C-BF68-6C3A-47D3-1797D4D5742C}"/>
              </a:ext>
            </a:extLst>
          </p:cNvPr>
          <p:cNvSpPr/>
          <p:nvPr/>
        </p:nvSpPr>
        <p:spPr>
          <a:xfrm>
            <a:off x="2344074" y="95645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6" name="Straight Connector 238">
            <a:extLst>
              <a:ext uri="{FF2B5EF4-FFF2-40B4-BE49-F238E27FC236}">
                <a16:creationId xmlns:a16="http://schemas.microsoft.com/office/drawing/2014/main" id="{727A779D-D8D4-D20F-A02A-7AAEF1D3DABA}"/>
              </a:ext>
            </a:extLst>
          </p:cNvPr>
          <p:cNvCxnSpPr>
            <a:cxnSpLocks/>
          </p:cNvCxnSpPr>
          <p:nvPr/>
        </p:nvCxnSpPr>
        <p:spPr>
          <a:xfrm>
            <a:off x="2381611" y="997245"/>
            <a:ext cx="253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Flowchart: Connector 202">
            <a:extLst>
              <a:ext uri="{FF2B5EF4-FFF2-40B4-BE49-F238E27FC236}">
                <a16:creationId xmlns:a16="http://schemas.microsoft.com/office/drawing/2014/main" id="{89CFCA0D-4B8F-407B-0D53-466AD12F5F84}"/>
              </a:ext>
            </a:extLst>
          </p:cNvPr>
          <p:cNvSpPr/>
          <p:nvPr/>
        </p:nvSpPr>
        <p:spPr>
          <a:xfrm>
            <a:off x="2630850" y="96417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8" name="Straight Connector 248">
            <a:extLst>
              <a:ext uri="{FF2B5EF4-FFF2-40B4-BE49-F238E27FC236}">
                <a16:creationId xmlns:a16="http://schemas.microsoft.com/office/drawing/2014/main" id="{435CBF5A-0649-2ED1-C43B-BC4F2C47D8F3}"/>
              </a:ext>
            </a:extLst>
          </p:cNvPr>
          <p:cNvCxnSpPr>
            <a:cxnSpLocks/>
          </p:cNvCxnSpPr>
          <p:nvPr/>
        </p:nvCxnSpPr>
        <p:spPr>
          <a:xfrm>
            <a:off x="5070392" y="3035681"/>
            <a:ext cx="3882" cy="415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Flowchart: Connector 202">
            <a:extLst>
              <a:ext uri="{FF2B5EF4-FFF2-40B4-BE49-F238E27FC236}">
                <a16:creationId xmlns:a16="http://schemas.microsoft.com/office/drawing/2014/main" id="{A4671CBA-A916-E8A6-822E-CBD28D734618}"/>
              </a:ext>
            </a:extLst>
          </p:cNvPr>
          <p:cNvSpPr/>
          <p:nvPr/>
        </p:nvSpPr>
        <p:spPr>
          <a:xfrm>
            <a:off x="5042514" y="2974187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" name="Flowchart: Connector 202">
            <a:extLst>
              <a:ext uri="{FF2B5EF4-FFF2-40B4-BE49-F238E27FC236}">
                <a16:creationId xmlns:a16="http://schemas.microsoft.com/office/drawing/2014/main" id="{ACB6A6D4-6126-4166-E95F-92D69D4F1FB2}"/>
              </a:ext>
            </a:extLst>
          </p:cNvPr>
          <p:cNvSpPr/>
          <p:nvPr/>
        </p:nvSpPr>
        <p:spPr>
          <a:xfrm>
            <a:off x="5039656" y="2554610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1" name="Straight Connector 248">
            <a:extLst>
              <a:ext uri="{FF2B5EF4-FFF2-40B4-BE49-F238E27FC236}">
                <a16:creationId xmlns:a16="http://schemas.microsoft.com/office/drawing/2014/main" id="{1BFE9D21-2229-E052-8311-94282A03D5A4}"/>
              </a:ext>
            </a:extLst>
          </p:cNvPr>
          <p:cNvCxnSpPr>
            <a:cxnSpLocks/>
          </p:cNvCxnSpPr>
          <p:nvPr/>
        </p:nvCxnSpPr>
        <p:spPr>
          <a:xfrm>
            <a:off x="5067129" y="2310606"/>
            <a:ext cx="0" cy="2733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Flowchart: Connector 202">
            <a:extLst>
              <a:ext uri="{FF2B5EF4-FFF2-40B4-BE49-F238E27FC236}">
                <a16:creationId xmlns:a16="http://schemas.microsoft.com/office/drawing/2014/main" id="{9741CEE9-F0FC-EF4A-6E51-83552C330385}"/>
              </a:ext>
            </a:extLst>
          </p:cNvPr>
          <p:cNvSpPr/>
          <p:nvPr/>
        </p:nvSpPr>
        <p:spPr>
          <a:xfrm>
            <a:off x="5039656" y="228483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3" name="Straight Connector 248">
            <a:extLst>
              <a:ext uri="{FF2B5EF4-FFF2-40B4-BE49-F238E27FC236}">
                <a16:creationId xmlns:a16="http://schemas.microsoft.com/office/drawing/2014/main" id="{651F6EDD-7AA7-40E3-238C-1793D2DED73E}"/>
              </a:ext>
            </a:extLst>
          </p:cNvPr>
          <p:cNvCxnSpPr>
            <a:cxnSpLocks/>
          </p:cNvCxnSpPr>
          <p:nvPr/>
        </p:nvCxnSpPr>
        <p:spPr>
          <a:xfrm>
            <a:off x="5064747" y="2051050"/>
            <a:ext cx="0" cy="2733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Flowchart: Connector 202">
            <a:extLst>
              <a:ext uri="{FF2B5EF4-FFF2-40B4-BE49-F238E27FC236}">
                <a16:creationId xmlns:a16="http://schemas.microsoft.com/office/drawing/2014/main" id="{7CA0FB1C-2F2B-7EAF-5FB4-562A84DB2AA6}"/>
              </a:ext>
            </a:extLst>
          </p:cNvPr>
          <p:cNvSpPr/>
          <p:nvPr/>
        </p:nvSpPr>
        <p:spPr>
          <a:xfrm>
            <a:off x="5039656" y="202527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5" name="Straight Connector 248">
            <a:extLst>
              <a:ext uri="{FF2B5EF4-FFF2-40B4-BE49-F238E27FC236}">
                <a16:creationId xmlns:a16="http://schemas.microsoft.com/office/drawing/2014/main" id="{1DC63210-1F4A-A0DD-23A3-D4BCD5CC03BB}"/>
              </a:ext>
            </a:extLst>
          </p:cNvPr>
          <p:cNvCxnSpPr>
            <a:cxnSpLocks/>
          </p:cNvCxnSpPr>
          <p:nvPr/>
        </p:nvCxnSpPr>
        <p:spPr>
          <a:xfrm>
            <a:off x="5064747" y="1797376"/>
            <a:ext cx="0" cy="2733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Flowchart: Connector 202">
            <a:extLst>
              <a:ext uri="{FF2B5EF4-FFF2-40B4-BE49-F238E27FC236}">
                <a16:creationId xmlns:a16="http://schemas.microsoft.com/office/drawing/2014/main" id="{D8A598AF-054C-1166-668C-537550C0A10B}"/>
              </a:ext>
            </a:extLst>
          </p:cNvPr>
          <p:cNvSpPr/>
          <p:nvPr/>
        </p:nvSpPr>
        <p:spPr>
          <a:xfrm>
            <a:off x="5037274" y="174694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Connector 248">
            <a:extLst>
              <a:ext uri="{FF2B5EF4-FFF2-40B4-BE49-F238E27FC236}">
                <a16:creationId xmlns:a16="http://schemas.microsoft.com/office/drawing/2014/main" id="{DA831EFD-ABC2-B65D-0EB3-070B7F0D174B}"/>
              </a:ext>
            </a:extLst>
          </p:cNvPr>
          <p:cNvCxnSpPr>
            <a:cxnSpLocks/>
          </p:cNvCxnSpPr>
          <p:nvPr/>
        </p:nvCxnSpPr>
        <p:spPr>
          <a:xfrm>
            <a:off x="5067922" y="1495334"/>
            <a:ext cx="0" cy="2733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Flowchart: Connector 202">
            <a:extLst>
              <a:ext uri="{FF2B5EF4-FFF2-40B4-BE49-F238E27FC236}">
                <a16:creationId xmlns:a16="http://schemas.microsoft.com/office/drawing/2014/main" id="{2707A283-16EF-B29A-36EF-41608EF5868B}"/>
              </a:ext>
            </a:extLst>
          </p:cNvPr>
          <p:cNvSpPr/>
          <p:nvPr/>
        </p:nvSpPr>
        <p:spPr>
          <a:xfrm>
            <a:off x="5038861" y="1463018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9" name="Straight Connector 187">
            <a:extLst>
              <a:ext uri="{FF2B5EF4-FFF2-40B4-BE49-F238E27FC236}">
                <a16:creationId xmlns:a16="http://schemas.microsoft.com/office/drawing/2014/main" id="{981D637C-D7FF-F53E-8DDF-0C137ABB6A73}"/>
              </a:ext>
            </a:extLst>
          </p:cNvPr>
          <p:cNvCxnSpPr>
            <a:cxnSpLocks/>
          </p:cNvCxnSpPr>
          <p:nvPr/>
        </p:nvCxnSpPr>
        <p:spPr>
          <a:xfrm>
            <a:off x="5365502" y="3010448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Flowchart: Connector 188">
            <a:extLst>
              <a:ext uri="{FF2B5EF4-FFF2-40B4-BE49-F238E27FC236}">
                <a16:creationId xmlns:a16="http://schemas.microsoft.com/office/drawing/2014/main" id="{FA22706F-20DC-6920-1A8B-53EC326C5F1B}"/>
              </a:ext>
            </a:extLst>
          </p:cNvPr>
          <p:cNvSpPr/>
          <p:nvPr/>
        </p:nvSpPr>
        <p:spPr>
          <a:xfrm>
            <a:off x="5323592" y="297711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1" name="Straight Connector 196">
            <a:extLst>
              <a:ext uri="{FF2B5EF4-FFF2-40B4-BE49-F238E27FC236}">
                <a16:creationId xmlns:a16="http://schemas.microsoft.com/office/drawing/2014/main" id="{FCC79104-6BA4-D9FA-C9FB-29EAD498322C}"/>
              </a:ext>
            </a:extLst>
          </p:cNvPr>
          <p:cNvCxnSpPr>
            <a:cxnSpLocks/>
          </p:cNvCxnSpPr>
          <p:nvPr/>
        </p:nvCxnSpPr>
        <p:spPr>
          <a:xfrm>
            <a:off x="5708402" y="3010448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Flowchart: Connector 197">
            <a:extLst>
              <a:ext uri="{FF2B5EF4-FFF2-40B4-BE49-F238E27FC236}">
                <a16:creationId xmlns:a16="http://schemas.microsoft.com/office/drawing/2014/main" id="{B67D580E-CB8F-86DF-16E4-9C9AB860FBE7}"/>
              </a:ext>
            </a:extLst>
          </p:cNvPr>
          <p:cNvSpPr/>
          <p:nvPr/>
        </p:nvSpPr>
        <p:spPr>
          <a:xfrm>
            <a:off x="5651252" y="297711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3" name="Straight Connector 198">
            <a:extLst>
              <a:ext uri="{FF2B5EF4-FFF2-40B4-BE49-F238E27FC236}">
                <a16:creationId xmlns:a16="http://schemas.microsoft.com/office/drawing/2014/main" id="{B892450B-C2B3-7DB0-15CE-AA7849056AA5}"/>
              </a:ext>
            </a:extLst>
          </p:cNvPr>
          <p:cNvCxnSpPr>
            <a:cxnSpLocks/>
          </p:cNvCxnSpPr>
          <p:nvPr/>
        </p:nvCxnSpPr>
        <p:spPr>
          <a:xfrm>
            <a:off x="6038910" y="3010448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Flowchart: Connector 199">
            <a:extLst>
              <a:ext uri="{FF2B5EF4-FFF2-40B4-BE49-F238E27FC236}">
                <a16:creationId xmlns:a16="http://schemas.microsoft.com/office/drawing/2014/main" id="{AD1FBF44-12E9-8D53-86C0-D5DA057EABCF}"/>
              </a:ext>
            </a:extLst>
          </p:cNvPr>
          <p:cNvSpPr/>
          <p:nvPr/>
        </p:nvSpPr>
        <p:spPr>
          <a:xfrm>
            <a:off x="5981760" y="297711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5" name="Flowchart: Connector 202">
            <a:extLst>
              <a:ext uri="{FF2B5EF4-FFF2-40B4-BE49-F238E27FC236}">
                <a16:creationId xmlns:a16="http://schemas.microsoft.com/office/drawing/2014/main" id="{01762503-457C-47B0-3F9F-2C2A92F1CCBB}"/>
              </a:ext>
            </a:extLst>
          </p:cNvPr>
          <p:cNvSpPr/>
          <p:nvPr/>
        </p:nvSpPr>
        <p:spPr>
          <a:xfrm>
            <a:off x="6267510" y="2977114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6" name="Straight Connector 198">
            <a:extLst>
              <a:ext uri="{FF2B5EF4-FFF2-40B4-BE49-F238E27FC236}">
                <a16:creationId xmlns:a16="http://schemas.microsoft.com/office/drawing/2014/main" id="{3897EFF7-0FE7-053B-CAD1-506BD5FC8463}"/>
              </a:ext>
            </a:extLst>
          </p:cNvPr>
          <p:cNvCxnSpPr>
            <a:cxnSpLocks/>
          </p:cNvCxnSpPr>
          <p:nvPr/>
        </p:nvCxnSpPr>
        <p:spPr>
          <a:xfrm>
            <a:off x="5100698" y="3010448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196">
            <a:extLst>
              <a:ext uri="{FF2B5EF4-FFF2-40B4-BE49-F238E27FC236}">
                <a16:creationId xmlns:a16="http://schemas.microsoft.com/office/drawing/2014/main" id="{F81F4FD7-C5F1-A7D6-9783-E51B64D9317D}"/>
              </a:ext>
            </a:extLst>
          </p:cNvPr>
          <p:cNvCxnSpPr>
            <a:cxnSpLocks/>
          </p:cNvCxnSpPr>
          <p:nvPr/>
        </p:nvCxnSpPr>
        <p:spPr>
          <a:xfrm>
            <a:off x="5398839" y="231817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Flowchart: Connector 197">
            <a:extLst>
              <a:ext uri="{FF2B5EF4-FFF2-40B4-BE49-F238E27FC236}">
                <a16:creationId xmlns:a16="http://schemas.microsoft.com/office/drawing/2014/main" id="{7BC6FF26-3F03-D5CE-BDCD-7947814DB9C3}"/>
              </a:ext>
            </a:extLst>
          </p:cNvPr>
          <p:cNvSpPr/>
          <p:nvPr/>
        </p:nvSpPr>
        <p:spPr>
          <a:xfrm>
            <a:off x="5341689" y="228483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9" name="Straight Connector 198">
            <a:extLst>
              <a:ext uri="{FF2B5EF4-FFF2-40B4-BE49-F238E27FC236}">
                <a16:creationId xmlns:a16="http://schemas.microsoft.com/office/drawing/2014/main" id="{1EDF4909-81E8-3C48-6689-CE98BE42A2CA}"/>
              </a:ext>
            </a:extLst>
          </p:cNvPr>
          <p:cNvCxnSpPr>
            <a:cxnSpLocks/>
          </p:cNvCxnSpPr>
          <p:nvPr/>
        </p:nvCxnSpPr>
        <p:spPr>
          <a:xfrm>
            <a:off x="5729347" y="2318170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Flowchart: Connector 199">
            <a:extLst>
              <a:ext uri="{FF2B5EF4-FFF2-40B4-BE49-F238E27FC236}">
                <a16:creationId xmlns:a16="http://schemas.microsoft.com/office/drawing/2014/main" id="{DD2356A7-18B6-ECF1-0F8A-A554F5B59E3E}"/>
              </a:ext>
            </a:extLst>
          </p:cNvPr>
          <p:cNvSpPr/>
          <p:nvPr/>
        </p:nvSpPr>
        <p:spPr>
          <a:xfrm>
            <a:off x="5672197" y="228483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1" name="Flowchart: Connector 202">
            <a:extLst>
              <a:ext uri="{FF2B5EF4-FFF2-40B4-BE49-F238E27FC236}">
                <a16:creationId xmlns:a16="http://schemas.microsoft.com/office/drawing/2014/main" id="{729805D5-BF05-053B-EDE4-9070BFBE7850}"/>
              </a:ext>
            </a:extLst>
          </p:cNvPr>
          <p:cNvSpPr/>
          <p:nvPr/>
        </p:nvSpPr>
        <p:spPr>
          <a:xfrm>
            <a:off x="5957947" y="228483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2" name="Straight Connector 198">
            <a:extLst>
              <a:ext uri="{FF2B5EF4-FFF2-40B4-BE49-F238E27FC236}">
                <a16:creationId xmlns:a16="http://schemas.microsoft.com/office/drawing/2014/main" id="{CBA5189D-5454-9340-CD0D-CA4BFDB713B8}"/>
              </a:ext>
            </a:extLst>
          </p:cNvPr>
          <p:cNvCxnSpPr>
            <a:cxnSpLocks/>
          </p:cNvCxnSpPr>
          <p:nvPr/>
        </p:nvCxnSpPr>
        <p:spPr>
          <a:xfrm>
            <a:off x="5086410" y="2322932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196">
            <a:extLst>
              <a:ext uri="{FF2B5EF4-FFF2-40B4-BE49-F238E27FC236}">
                <a16:creationId xmlns:a16="http://schemas.microsoft.com/office/drawing/2014/main" id="{F383C715-48A1-BCA7-E0B2-B3B4072118E4}"/>
              </a:ext>
            </a:extLst>
          </p:cNvPr>
          <p:cNvCxnSpPr>
            <a:cxnSpLocks/>
          </p:cNvCxnSpPr>
          <p:nvPr/>
        </p:nvCxnSpPr>
        <p:spPr>
          <a:xfrm>
            <a:off x="5094039" y="20674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198">
            <a:extLst>
              <a:ext uri="{FF2B5EF4-FFF2-40B4-BE49-F238E27FC236}">
                <a16:creationId xmlns:a16="http://schemas.microsoft.com/office/drawing/2014/main" id="{1DF1C004-88FC-27FB-F475-C31A14C06153}"/>
              </a:ext>
            </a:extLst>
          </p:cNvPr>
          <p:cNvCxnSpPr>
            <a:cxnSpLocks/>
          </p:cNvCxnSpPr>
          <p:nvPr/>
        </p:nvCxnSpPr>
        <p:spPr>
          <a:xfrm>
            <a:off x="5424547" y="2067473"/>
            <a:ext cx="285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Flowchart: Connector 199">
            <a:extLst>
              <a:ext uri="{FF2B5EF4-FFF2-40B4-BE49-F238E27FC236}">
                <a16:creationId xmlns:a16="http://schemas.microsoft.com/office/drawing/2014/main" id="{BFC0E30D-C10A-D1CF-9F0D-9DA0BA6DB82C}"/>
              </a:ext>
            </a:extLst>
          </p:cNvPr>
          <p:cNvSpPr/>
          <p:nvPr/>
        </p:nvSpPr>
        <p:spPr>
          <a:xfrm>
            <a:off x="5367397" y="20341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6" name="Flowchart: Connector 202">
            <a:extLst>
              <a:ext uri="{FF2B5EF4-FFF2-40B4-BE49-F238E27FC236}">
                <a16:creationId xmlns:a16="http://schemas.microsoft.com/office/drawing/2014/main" id="{7F527061-6E32-8060-89F6-142BF630BDCB}"/>
              </a:ext>
            </a:extLst>
          </p:cNvPr>
          <p:cNvSpPr/>
          <p:nvPr/>
        </p:nvSpPr>
        <p:spPr>
          <a:xfrm>
            <a:off x="5653147" y="2034139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Connector 196">
            <a:extLst>
              <a:ext uri="{FF2B5EF4-FFF2-40B4-BE49-F238E27FC236}">
                <a16:creationId xmlns:a16="http://schemas.microsoft.com/office/drawing/2014/main" id="{8E60431B-F3C7-9A24-F356-75D3389C1CD9}"/>
              </a:ext>
            </a:extLst>
          </p:cNvPr>
          <p:cNvCxnSpPr>
            <a:cxnSpLocks/>
            <a:stCxn id="416" idx="6"/>
            <a:endCxn id="438" idx="2"/>
          </p:cNvCxnSpPr>
          <p:nvPr/>
        </p:nvCxnSpPr>
        <p:spPr>
          <a:xfrm flipV="1">
            <a:off x="5094424" y="1777895"/>
            <a:ext cx="506335" cy="23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Flowchart: Connector 202">
            <a:extLst>
              <a:ext uri="{FF2B5EF4-FFF2-40B4-BE49-F238E27FC236}">
                <a16:creationId xmlns:a16="http://schemas.microsoft.com/office/drawing/2014/main" id="{50525E46-56A5-713B-65F6-2E6821F44B8A}"/>
              </a:ext>
            </a:extLst>
          </p:cNvPr>
          <p:cNvSpPr/>
          <p:nvPr/>
        </p:nvSpPr>
        <p:spPr>
          <a:xfrm>
            <a:off x="5600759" y="1744561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9" name="Straight Connector 196">
            <a:extLst>
              <a:ext uri="{FF2B5EF4-FFF2-40B4-BE49-F238E27FC236}">
                <a16:creationId xmlns:a16="http://schemas.microsoft.com/office/drawing/2014/main" id="{354D87B8-D963-F609-653D-4B4CE0744F00}"/>
              </a:ext>
            </a:extLst>
          </p:cNvPr>
          <p:cNvCxnSpPr>
            <a:cxnSpLocks/>
            <a:stCxn id="438" idx="2"/>
          </p:cNvCxnSpPr>
          <p:nvPr/>
        </p:nvCxnSpPr>
        <p:spPr>
          <a:xfrm>
            <a:off x="5600759" y="1777895"/>
            <a:ext cx="647641" cy="4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Flowchart: Connector 202">
            <a:extLst>
              <a:ext uri="{FF2B5EF4-FFF2-40B4-BE49-F238E27FC236}">
                <a16:creationId xmlns:a16="http://schemas.microsoft.com/office/drawing/2014/main" id="{B8BB3E00-26C3-8633-CEFC-1AC5D1B20902}"/>
              </a:ext>
            </a:extLst>
          </p:cNvPr>
          <p:cNvSpPr/>
          <p:nvPr/>
        </p:nvSpPr>
        <p:spPr>
          <a:xfrm>
            <a:off x="6238935" y="174694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1" name="Straight Connector 248">
            <a:extLst>
              <a:ext uri="{FF2B5EF4-FFF2-40B4-BE49-F238E27FC236}">
                <a16:creationId xmlns:a16="http://schemas.microsoft.com/office/drawing/2014/main" id="{CD4E62C6-79FB-B614-3B4B-6913D001E59D}"/>
              </a:ext>
            </a:extLst>
          </p:cNvPr>
          <p:cNvCxnSpPr>
            <a:cxnSpLocks/>
          </p:cNvCxnSpPr>
          <p:nvPr/>
        </p:nvCxnSpPr>
        <p:spPr>
          <a:xfrm>
            <a:off x="6271247" y="1495334"/>
            <a:ext cx="0" cy="2733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Flowchart: Connector 202">
            <a:extLst>
              <a:ext uri="{FF2B5EF4-FFF2-40B4-BE49-F238E27FC236}">
                <a16:creationId xmlns:a16="http://schemas.microsoft.com/office/drawing/2014/main" id="{44C0A632-2308-8EAD-A8FE-247D107C9D93}"/>
              </a:ext>
            </a:extLst>
          </p:cNvPr>
          <p:cNvSpPr/>
          <p:nvPr/>
        </p:nvSpPr>
        <p:spPr>
          <a:xfrm>
            <a:off x="6243698" y="1432856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3" name="Straight Connector 248">
            <a:extLst>
              <a:ext uri="{FF2B5EF4-FFF2-40B4-BE49-F238E27FC236}">
                <a16:creationId xmlns:a16="http://schemas.microsoft.com/office/drawing/2014/main" id="{20C0AC8F-EC82-551A-4029-42A943C596EB}"/>
              </a:ext>
            </a:extLst>
          </p:cNvPr>
          <p:cNvCxnSpPr>
            <a:cxnSpLocks/>
          </p:cNvCxnSpPr>
          <p:nvPr/>
        </p:nvCxnSpPr>
        <p:spPr>
          <a:xfrm>
            <a:off x="6274422" y="1786930"/>
            <a:ext cx="0" cy="192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Flowchart: Connector 202">
            <a:extLst>
              <a:ext uri="{FF2B5EF4-FFF2-40B4-BE49-F238E27FC236}">
                <a16:creationId xmlns:a16="http://schemas.microsoft.com/office/drawing/2014/main" id="{40ACC170-8AE2-9246-6412-0931AC109AED}"/>
              </a:ext>
            </a:extLst>
          </p:cNvPr>
          <p:cNvSpPr/>
          <p:nvPr/>
        </p:nvSpPr>
        <p:spPr>
          <a:xfrm>
            <a:off x="6246872" y="1982131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5" name="Straight Connector 248">
            <a:extLst>
              <a:ext uri="{FF2B5EF4-FFF2-40B4-BE49-F238E27FC236}">
                <a16:creationId xmlns:a16="http://schemas.microsoft.com/office/drawing/2014/main" id="{DB13B1D7-2BC8-90E1-28F8-5044D864201C}"/>
              </a:ext>
            </a:extLst>
          </p:cNvPr>
          <p:cNvCxnSpPr>
            <a:cxnSpLocks/>
          </p:cNvCxnSpPr>
          <p:nvPr/>
        </p:nvCxnSpPr>
        <p:spPr>
          <a:xfrm>
            <a:off x="6277597" y="2026642"/>
            <a:ext cx="0" cy="192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Flowchart: Connector 202">
            <a:extLst>
              <a:ext uri="{FF2B5EF4-FFF2-40B4-BE49-F238E27FC236}">
                <a16:creationId xmlns:a16="http://schemas.microsoft.com/office/drawing/2014/main" id="{8D1CC429-413A-570A-F618-1D31AC81C2C5}"/>
              </a:ext>
            </a:extLst>
          </p:cNvPr>
          <p:cNvSpPr/>
          <p:nvPr/>
        </p:nvSpPr>
        <p:spPr>
          <a:xfrm>
            <a:off x="6253222" y="2196443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7" name="Straight Connector 248">
            <a:extLst>
              <a:ext uri="{FF2B5EF4-FFF2-40B4-BE49-F238E27FC236}">
                <a16:creationId xmlns:a16="http://schemas.microsoft.com/office/drawing/2014/main" id="{6BBFEB11-9CE0-D9EA-E2E3-C7E71F8AF9A1}"/>
              </a:ext>
            </a:extLst>
          </p:cNvPr>
          <p:cNvCxnSpPr>
            <a:cxnSpLocks/>
          </p:cNvCxnSpPr>
          <p:nvPr/>
        </p:nvCxnSpPr>
        <p:spPr>
          <a:xfrm>
            <a:off x="6280772" y="2237779"/>
            <a:ext cx="0" cy="192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Flowchart: Connector 202">
            <a:extLst>
              <a:ext uri="{FF2B5EF4-FFF2-40B4-BE49-F238E27FC236}">
                <a16:creationId xmlns:a16="http://schemas.microsoft.com/office/drawing/2014/main" id="{A0A83FEB-DE41-C5BA-6C7D-8E07999CDB9B}"/>
              </a:ext>
            </a:extLst>
          </p:cNvPr>
          <p:cNvSpPr/>
          <p:nvPr/>
        </p:nvSpPr>
        <p:spPr>
          <a:xfrm>
            <a:off x="6256397" y="2400722"/>
            <a:ext cx="57150" cy="6666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9" name="TextBox 343">
            <a:extLst>
              <a:ext uri="{FF2B5EF4-FFF2-40B4-BE49-F238E27FC236}">
                <a16:creationId xmlns:a16="http://schemas.microsoft.com/office/drawing/2014/main" id="{AB4BF2CC-6F3A-B2C0-A9A3-D934BE660D2F}"/>
              </a:ext>
            </a:extLst>
          </p:cNvPr>
          <p:cNvSpPr txBox="1"/>
          <p:nvPr/>
        </p:nvSpPr>
        <p:spPr>
          <a:xfrm>
            <a:off x="1548292" y="2246833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450" name="TextBox 343">
            <a:extLst>
              <a:ext uri="{FF2B5EF4-FFF2-40B4-BE49-F238E27FC236}">
                <a16:creationId xmlns:a16="http://schemas.microsoft.com/office/drawing/2014/main" id="{0930A3A5-C78F-4B9B-56B2-1D9D999906D5}"/>
              </a:ext>
            </a:extLst>
          </p:cNvPr>
          <p:cNvSpPr txBox="1"/>
          <p:nvPr/>
        </p:nvSpPr>
        <p:spPr>
          <a:xfrm>
            <a:off x="1259901" y="2248559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451" name="TextBox 343">
            <a:extLst>
              <a:ext uri="{FF2B5EF4-FFF2-40B4-BE49-F238E27FC236}">
                <a16:creationId xmlns:a16="http://schemas.microsoft.com/office/drawing/2014/main" id="{D31F87FC-1C6C-F913-F0CF-7E78EDF17AEA}"/>
              </a:ext>
            </a:extLst>
          </p:cNvPr>
          <p:cNvSpPr txBox="1"/>
          <p:nvPr/>
        </p:nvSpPr>
        <p:spPr>
          <a:xfrm>
            <a:off x="1360396" y="1959225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452" name="TextBox 343">
            <a:extLst>
              <a:ext uri="{FF2B5EF4-FFF2-40B4-BE49-F238E27FC236}">
                <a16:creationId xmlns:a16="http://schemas.microsoft.com/office/drawing/2014/main" id="{912DD669-7D83-E393-73E4-210802D20913}"/>
              </a:ext>
            </a:extLst>
          </p:cNvPr>
          <p:cNvSpPr txBox="1"/>
          <p:nvPr/>
        </p:nvSpPr>
        <p:spPr>
          <a:xfrm>
            <a:off x="1504935" y="1603411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453" name="TextBox 343">
            <a:extLst>
              <a:ext uri="{FF2B5EF4-FFF2-40B4-BE49-F238E27FC236}">
                <a16:creationId xmlns:a16="http://schemas.microsoft.com/office/drawing/2014/main" id="{01EA5191-DFBC-311A-3AE7-A7D59ADAF9CE}"/>
              </a:ext>
            </a:extLst>
          </p:cNvPr>
          <p:cNvSpPr txBox="1"/>
          <p:nvPr/>
        </p:nvSpPr>
        <p:spPr>
          <a:xfrm>
            <a:off x="1234740" y="1370407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454" name="TextBox 343">
            <a:extLst>
              <a:ext uri="{FF2B5EF4-FFF2-40B4-BE49-F238E27FC236}">
                <a16:creationId xmlns:a16="http://schemas.microsoft.com/office/drawing/2014/main" id="{C6CF8351-B448-5D38-B44B-D4C17EC6735F}"/>
              </a:ext>
            </a:extLst>
          </p:cNvPr>
          <p:cNvSpPr txBox="1"/>
          <p:nvPr/>
        </p:nvSpPr>
        <p:spPr>
          <a:xfrm>
            <a:off x="775402" y="1368026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455" name="TextBox 343">
            <a:extLst>
              <a:ext uri="{FF2B5EF4-FFF2-40B4-BE49-F238E27FC236}">
                <a16:creationId xmlns:a16="http://schemas.microsoft.com/office/drawing/2014/main" id="{E5125770-894F-6600-2E01-CDA0B15690BA}"/>
              </a:ext>
            </a:extLst>
          </p:cNvPr>
          <p:cNvSpPr txBox="1"/>
          <p:nvPr/>
        </p:nvSpPr>
        <p:spPr>
          <a:xfrm>
            <a:off x="1205392" y="1068371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456" name="TextBox 343">
            <a:extLst>
              <a:ext uri="{FF2B5EF4-FFF2-40B4-BE49-F238E27FC236}">
                <a16:creationId xmlns:a16="http://schemas.microsoft.com/office/drawing/2014/main" id="{AD2E6C82-D9E4-F081-643B-4BDB5570EB09}"/>
              </a:ext>
            </a:extLst>
          </p:cNvPr>
          <p:cNvSpPr txBox="1"/>
          <p:nvPr/>
        </p:nvSpPr>
        <p:spPr>
          <a:xfrm>
            <a:off x="1205392" y="780240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457" name="TextBox 343">
            <a:extLst>
              <a:ext uri="{FF2B5EF4-FFF2-40B4-BE49-F238E27FC236}">
                <a16:creationId xmlns:a16="http://schemas.microsoft.com/office/drawing/2014/main" id="{A6DDD3A9-FB45-931F-B36B-EDAC580B6247}"/>
              </a:ext>
            </a:extLst>
          </p:cNvPr>
          <p:cNvSpPr txBox="1"/>
          <p:nvPr/>
        </p:nvSpPr>
        <p:spPr>
          <a:xfrm>
            <a:off x="784157" y="1056272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  <p:sp>
        <p:nvSpPr>
          <p:cNvPr id="458" name="TextBox 343">
            <a:extLst>
              <a:ext uri="{FF2B5EF4-FFF2-40B4-BE49-F238E27FC236}">
                <a16:creationId xmlns:a16="http://schemas.microsoft.com/office/drawing/2014/main" id="{1980FEC8-EE74-28F3-D28D-9FA454A9877B}"/>
              </a:ext>
            </a:extLst>
          </p:cNvPr>
          <p:cNvSpPr txBox="1"/>
          <p:nvPr/>
        </p:nvSpPr>
        <p:spPr>
          <a:xfrm>
            <a:off x="2105087" y="691952"/>
            <a:ext cx="39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459" name="TextBox 343">
            <a:extLst>
              <a:ext uri="{FF2B5EF4-FFF2-40B4-BE49-F238E27FC236}">
                <a16:creationId xmlns:a16="http://schemas.microsoft.com/office/drawing/2014/main" id="{648660E8-5FBE-7B8A-6945-9CDD4CA80A94}"/>
              </a:ext>
            </a:extLst>
          </p:cNvPr>
          <p:cNvSpPr txBox="1"/>
          <p:nvPr/>
        </p:nvSpPr>
        <p:spPr>
          <a:xfrm>
            <a:off x="2403457" y="678855"/>
            <a:ext cx="482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121</a:t>
            </a:r>
          </a:p>
        </p:txBody>
      </p:sp>
      <p:sp>
        <p:nvSpPr>
          <p:cNvPr id="460" name="TextBox 343">
            <a:extLst>
              <a:ext uri="{FF2B5EF4-FFF2-40B4-BE49-F238E27FC236}">
                <a16:creationId xmlns:a16="http://schemas.microsoft.com/office/drawing/2014/main" id="{2D224341-6B77-0D3F-4D9C-E642EA5C5C8C}"/>
              </a:ext>
            </a:extLst>
          </p:cNvPr>
          <p:cNvSpPr txBox="1"/>
          <p:nvPr/>
        </p:nvSpPr>
        <p:spPr>
          <a:xfrm>
            <a:off x="2124445" y="2246833"/>
            <a:ext cx="475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115</a:t>
            </a:r>
          </a:p>
        </p:txBody>
      </p:sp>
      <p:sp>
        <p:nvSpPr>
          <p:cNvPr id="461" name="TextBox 343">
            <a:extLst>
              <a:ext uri="{FF2B5EF4-FFF2-40B4-BE49-F238E27FC236}">
                <a16:creationId xmlns:a16="http://schemas.microsoft.com/office/drawing/2014/main" id="{57A1992A-5727-F51B-6083-DA7CDBA9B1D5}"/>
              </a:ext>
            </a:extLst>
          </p:cNvPr>
          <p:cNvSpPr txBox="1"/>
          <p:nvPr/>
        </p:nvSpPr>
        <p:spPr>
          <a:xfrm>
            <a:off x="2435219" y="2292403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462" name="TextBox 343">
            <a:extLst>
              <a:ext uri="{FF2B5EF4-FFF2-40B4-BE49-F238E27FC236}">
                <a16:creationId xmlns:a16="http://schemas.microsoft.com/office/drawing/2014/main" id="{02D47369-8941-7B0C-CE19-5CCCE1B5E1F6}"/>
              </a:ext>
            </a:extLst>
          </p:cNvPr>
          <p:cNvSpPr txBox="1"/>
          <p:nvPr/>
        </p:nvSpPr>
        <p:spPr>
          <a:xfrm>
            <a:off x="3220381" y="2352212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</a:p>
        </p:txBody>
      </p:sp>
      <p:sp>
        <p:nvSpPr>
          <p:cNvPr id="463" name="TextBox 343">
            <a:extLst>
              <a:ext uri="{FF2B5EF4-FFF2-40B4-BE49-F238E27FC236}">
                <a16:creationId xmlns:a16="http://schemas.microsoft.com/office/drawing/2014/main" id="{1483898C-D85C-0095-0773-432938251563}"/>
              </a:ext>
            </a:extLst>
          </p:cNvPr>
          <p:cNvSpPr txBox="1"/>
          <p:nvPr/>
        </p:nvSpPr>
        <p:spPr>
          <a:xfrm>
            <a:off x="3227759" y="2614149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</a:p>
        </p:txBody>
      </p:sp>
      <p:sp>
        <p:nvSpPr>
          <p:cNvPr id="464" name="TextBox 343">
            <a:extLst>
              <a:ext uri="{FF2B5EF4-FFF2-40B4-BE49-F238E27FC236}">
                <a16:creationId xmlns:a16="http://schemas.microsoft.com/office/drawing/2014/main" id="{334CBDC5-C3AB-7071-1580-D260E7659974}"/>
              </a:ext>
            </a:extLst>
          </p:cNvPr>
          <p:cNvSpPr txBox="1"/>
          <p:nvPr/>
        </p:nvSpPr>
        <p:spPr>
          <a:xfrm>
            <a:off x="3222642" y="2092945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</a:p>
        </p:txBody>
      </p:sp>
      <p:sp>
        <p:nvSpPr>
          <p:cNvPr id="465" name="TextBox 343">
            <a:extLst>
              <a:ext uri="{FF2B5EF4-FFF2-40B4-BE49-F238E27FC236}">
                <a16:creationId xmlns:a16="http://schemas.microsoft.com/office/drawing/2014/main" id="{EFDC4A22-1246-5BFD-D742-33FD522CA02D}"/>
              </a:ext>
            </a:extLst>
          </p:cNvPr>
          <p:cNvSpPr txBox="1"/>
          <p:nvPr/>
        </p:nvSpPr>
        <p:spPr>
          <a:xfrm>
            <a:off x="3227759" y="1917209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</a:p>
        </p:txBody>
      </p:sp>
      <p:sp>
        <p:nvSpPr>
          <p:cNvPr id="466" name="TextBox 343">
            <a:extLst>
              <a:ext uri="{FF2B5EF4-FFF2-40B4-BE49-F238E27FC236}">
                <a16:creationId xmlns:a16="http://schemas.microsoft.com/office/drawing/2014/main" id="{904D3569-ED1C-38A0-3589-27B5BCEAB786}"/>
              </a:ext>
            </a:extLst>
          </p:cNvPr>
          <p:cNvSpPr txBox="1"/>
          <p:nvPr/>
        </p:nvSpPr>
        <p:spPr>
          <a:xfrm>
            <a:off x="2435219" y="2110237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467" name="TextBox 343">
            <a:extLst>
              <a:ext uri="{FF2B5EF4-FFF2-40B4-BE49-F238E27FC236}">
                <a16:creationId xmlns:a16="http://schemas.microsoft.com/office/drawing/2014/main" id="{10D94214-7001-C7AC-37F1-0A0051C3D61F}"/>
              </a:ext>
            </a:extLst>
          </p:cNvPr>
          <p:cNvSpPr txBox="1"/>
          <p:nvPr/>
        </p:nvSpPr>
        <p:spPr>
          <a:xfrm>
            <a:off x="2843654" y="2222136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</a:p>
        </p:txBody>
      </p:sp>
      <p:sp>
        <p:nvSpPr>
          <p:cNvPr id="468" name="TextBox 343">
            <a:extLst>
              <a:ext uri="{FF2B5EF4-FFF2-40B4-BE49-F238E27FC236}">
                <a16:creationId xmlns:a16="http://schemas.microsoft.com/office/drawing/2014/main" id="{4CA39545-1036-244F-9CEE-92068B02CE65}"/>
              </a:ext>
            </a:extLst>
          </p:cNvPr>
          <p:cNvSpPr txBox="1"/>
          <p:nvPr/>
        </p:nvSpPr>
        <p:spPr>
          <a:xfrm>
            <a:off x="2435219" y="1874493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</a:p>
        </p:txBody>
      </p:sp>
      <p:sp>
        <p:nvSpPr>
          <p:cNvPr id="469" name="TextBox 343">
            <a:extLst>
              <a:ext uri="{FF2B5EF4-FFF2-40B4-BE49-F238E27FC236}">
                <a16:creationId xmlns:a16="http://schemas.microsoft.com/office/drawing/2014/main" id="{74FF4D66-379E-7168-0B4E-BEBE3694681A}"/>
              </a:ext>
            </a:extLst>
          </p:cNvPr>
          <p:cNvSpPr txBox="1"/>
          <p:nvPr/>
        </p:nvSpPr>
        <p:spPr>
          <a:xfrm>
            <a:off x="2843654" y="1968533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</a:p>
        </p:txBody>
      </p:sp>
      <p:sp>
        <p:nvSpPr>
          <p:cNvPr id="470" name="TextBox 343">
            <a:extLst>
              <a:ext uri="{FF2B5EF4-FFF2-40B4-BE49-F238E27FC236}">
                <a16:creationId xmlns:a16="http://schemas.microsoft.com/office/drawing/2014/main" id="{91357A33-E444-7652-F7C8-018233F81B27}"/>
              </a:ext>
            </a:extLst>
          </p:cNvPr>
          <p:cNvSpPr txBox="1"/>
          <p:nvPr/>
        </p:nvSpPr>
        <p:spPr>
          <a:xfrm>
            <a:off x="2435219" y="1593053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</a:p>
        </p:txBody>
      </p:sp>
      <p:sp>
        <p:nvSpPr>
          <p:cNvPr id="471" name="TextBox 343">
            <a:extLst>
              <a:ext uri="{FF2B5EF4-FFF2-40B4-BE49-F238E27FC236}">
                <a16:creationId xmlns:a16="http://schemas.microsoft.com/office/drawing/2014/main" id="{9F21CE81-44C7-979C-005E-D85D5D05A222}"/>
              </a:ext>
            </a:extLst>
          </p:cNvPr>
          <p:cNvSpPr txBox="1"/>
          <p:nvPr/>
        </p:nvSpPr>
        <p:spPr>
          <a:xfrm>
            <a:off x="2837343" y="1703025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472" name="TextBox 343">
            <a:extLst>
              <a:ext uri="{FF2B5EF4-FFF2-40B4-BE49-F238E27FC236}">
                <a16:creationId xmlns:a16="http://schemas.microsoft.com/office/drawing/2014/main" id="{6DF7CA51-0745-4AD3-E662-958692942795}"/>
              </a:ext>
            </a:extLst>
          </p:cNvPr>
          <p:cNvSpPr txBox="1"/>
          <p:nvPr/>
        </p:nvSpPr>
        <p:spPr>
          <a:xfrm>
            <a:off x="3110625" y="1703025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</a:p>
        </p:txBody>
      </p:sp>
      <p:sp>
        <p:nvSpPr>
          <p:cNvPr id="473" name="TextBox 343">
            <a:extLst>
              <a:ext uri="{FF2B5EF4-FFF2-40B4-BE49-F238E27FC236}">
                <a16:creationId xmlns:a16="http://schemas.microsoft.com/office/drawing/2014/main" id="{5D6718EA-0B68-3BCE-508E-41F70A0810FB}"/>
              </a:ext>
            </a:extLst>
          </p:cNvPr>
          <p:cNvSpPr txBox="1"/>
          <p:nvPr/>
        </p:nvSpPr>
        <p:spPr>
          <a:xfrm>
            <a:off x="2591481" y="1205344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</a:p>
        </p:txBody>
      </p:sp>
      <p:sp>
        <p:nvSpPr>
          <p:cNvPr id="474" name="TextBox 343">
            <a:extLst>
              <a:ext uri="{FF2B5EF4-FFF2-40B4-BE49-F238E27FC236}">
                <a16:creationId xmlns:a16="http://schemas.microsoft.com/office/drawing/2014/main" id="{97E129DC-80A7-04A8-D8A7-7137D310B7E7}"/>
              </a:ext>
            </a:extLst>
          </p:cNvPr>
          <p:cNvSpPr txBox="1"/>
          <p:nvPr/>
        </p:nvSpPr>
        <p:spPr>
          <a:xfrm>
            <a:off x="2331925" y="1201772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</a:p>
        </p:txBody>
      </p:sp>
      <p:sp>
        <p:nvSpPr>
          <p:cNvPr id="475" name="TextBox 343">
            <a:extLst>
              <a:ext uri="{FF2B5EF4-FFF2-40B4-BE49-F238E27FC236}">
                <a16:creationId xmlns:a16="http://schemas.microsoft.com/office/drawing/2014/main" id="{8417BD62-64CB-B849-654F-47ADF84EFBA3}"/>
              </a:ext>
            </a:extLst>
          </p:cNvPr>
          <p:cNvSpPr txBox="1"/>
          <p:nvPr/>
        </p:nvSpPr>
        <p:spPr>
          <a:xfrm>
            <a:off x="2939820" y="1211297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</a:p>
        </p:txBody>
      </p:sp>
      <p:sp>
        <p:nvSpPr>
          <p:cNvPr id="476" name="TextBox 343">
            <a:extLst>
              <a:ext uri="{FF2B5EF4-FFF2-40B4-BE49-F238E27FC236}">
                <a16:creationId xmlns:a16="http://schemas.microsoft.com/office/drawing/2014/main" id="{31229437-49B5-47DF-3CEC-68BEAC1F006F}"/>
              </a:ext>
            </a:extLst>
          </p:cNvPr>
          <p:cNvSpPr txBox="1"/>
          <p:nvPr/>
        </p:nvSpPr>
        <p:spPr>
          <a:xfrm>
            <a:off x="3229906" y="1458724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477" name="TextBox 343">
            <a:extLst>
              <a:ext uri="{FF2B5EF4-FFF2-40B4-BE49-F238E27FC236}">
                <a16:creationId xmlns:a16="http://schemas.microsoft.com/office/drawing/2014/main" id="{964444B6-0672-52BC-E9BA-1257F79C337E}"/>
              </a:ext>
            </a:extLst>
          </p:cNvPr>
          <p:cNvSpPr txBox="1"/>
          <p:nvPr/>
        </p:nvSpPr>
        <p:spPr>
          <a:xfrm>
            <a:off x="3238905" y="997059"/>
            <a:ext cx="36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</a:p>
        </p:txBody>
      </p:sp>
      <p:sp>
        <p:nvSpPr>
          <p:cNvPr id="478" name="TextBox 343">
            <a:extLst>
              <a:ext uri="{FF2B5EF4-FFF2-40B4-BE49-F238E27FC236}">
                <a16:creationId xmlns:a16="http://schemas.microsoft.com/office/drawing/2014/main" id="{18DCFA5E-C6CC-E3C4-146B-74CD2C4B9C67}"/>
              </a:ext>
            </a:extLst>
          </p:cNvPr>
          <p:cNvSpPr txBox="1"/>
          <p:nvPr/>
        </p:nvSpPr>
        <p:spPr>
          <a:xfrm>
            <a:off x="3718536" y="997059"/>
            <a:ext cx="468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117</a:t>
            </a:r>
          </a:p>
        </p:txBody>
      </p:sp>
      <p:sp>
        <p:nvSpPr>
          <p:cNvPr id="479" name="TextBox 341">
            <a:extLst>
              <a:ext uri="{FF2B5EF4-FFF2-40B4-BE49-F238E27FC236}">
                <a16:creationId xmlns:a16="http://schemas.microsoft.com/office/drawing/2014/main" id="{65E46FB7-F37D-A558-EB6B-E13EF60AEFC7}"/>
              </a:ext>
            </a:extLst>
          </p:cNvPr>
          <p:cNvSpPr txBox="1"/>
          <p:nvPr/>
        </p:nvSpPr>
        <p:spPr>
          <a:xfrm>
            <a:off x="4099788" y="2873061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</a:p>
        </p:txBody>
      </p:sp>
      <p:sp>
        <p:nvSpPr>
          <p:cNvPr id="480" name="TextBox 341">
            <a:extLst>
              <a:ext uri="{FF2B5EF4-FFF2-40B4-BE49-F238E27FC236}">
                <a16:creationId xmlns:a16="http://schemas.microsoft.com/office/drawing/2014/main" id="{C0A3C43A-C273-ED55-BD56-DF3C6F7820FF}"/>
              </a:ext>
            </a:extLst>
          </p:cNvPr>
          <p:cNvSpPr txBox="1"/>
          <p:nvPr/>
        </p:nvSpPr>
        <p:spPr>
          <a:xfrm>
            <a:off x="4102963" y="2440725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</a:p>
        </p:txBody>
      </p:sp>
      <p:sp>
        <p:nvSpPr>
          <p:cNvPr id="481" name="TextBox 341">
            <a:extLst>
              <a:ext uri="{FF2B5EF4-FFF2-40B4-BE49-F238E27FC236}">
                <a16:creationId xmlns:a16="http://schemas.microsoft.com/office/drawing/2014/main" id="{172D65BA-A83C-05D3-F1A0-4482940339DC}"/>
              </a:ext>
            </a:extLst>
          </p:cNvPr>
          <p:cNvSpPr txBox="1"/>
          <p:nvPr/>
        </p:nvSpPr>
        <p:spPr>
          <a:xfrm>
            <a:off x="4220438" y="1923582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482" name="TextBox 341">
            <a:extLst>
              <a:ext uri="{FF2B5EF4-FFF2-40B4-BE49-F238E27FC236}">
                <a16:creationId xmlns:a16="http://schemas.microsoft.com/office/drawing/2014/main" id="{8747FD81-AB9D-E8E1-E2F3-A6749A983E32}"/>
              </a:ext>
            </a:extLst>
          </p:cNvPr>
          <p:cNvSpPr txBox="1"/>
          <p:nvPr/>
        </p:nvSpPr>
        <p:spPr>
          <a:xfrm>
            <a:off x="3745395" y="2052170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</a:p>
        </p:txBody>
      </p:sp>
      <p:sp>
        <p:nvSpPr>
          <p:cNvPr id="483" name="TextBox 341">
            <a:extLst>
              <a:ext uri="{FF2B5EF4-FFF2-40B4-BE49-F238E27FC236}">
                <a16:creationId xmlns:a16="http://schemas.microsoft.com/office/drawing/2014/main" id="{F7338DE7-A688-84ED-2D36-29D920CC278B}"/>
              </a:ext>
            </a:extLst>
          </p:cNvPr>
          <p:cNvSpPr txBox="1"/>
          <p:nvPr/>
        </p:nvSpPr>
        <p:spPr>
          <a:xfrm>
            <a:off x="3761270" y="2422057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</a:p>
        </p:txBody>
      </p:sp>
      <p:sp>
        <p:nvSpPr>
          <p:cNvPr id="484" name="TextBox 341">
            <a:extLst>
              <a:ext uri="{FF2B5EF4-FFF2-40B4-BE49-F238E27FC236}">
                <a16:creationId xmlns:a16="http://schemas.microsoft.com/office/drawing/2014/main" id="{A8A21C9A-BD26-7E5F-FE86-FB869709DC26}"/>
              </a:ext>
            </a:extLst>
          </p:cNvPr>
          <p:cNvSpPr txBox="1"/>
          <p:nvPr/>
        </p:nvSpPr>
        <p:spPr>
          <a:xfrm>
            <a:off x="4691926" y="2853209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</a:t>
            </a:r>
          </a:p>
        </p:txBody>
      </p:sp>
      <p:sp>
        <p:nvSpPr>
          <p:cNvPr id="485" name="TextBox 341">
            <a:extLst>
              <a:ext uri="{FF2B5EF4-FFF2-40B4-BE49-F238E27FC236}">
                <a16:creationId xmlns:a16="http://schemas.microsoft.com/office/drawing/2014/main" id="{23F88C82-1A63-F673-7B07-0CC9218957E9}"/>
              </a:ext>
            </a:extLst>
          </p:cNvPr>
          <p:cNvSpPr txBox="1"/>
          <p:nvPr/>
        </p:nvSpPr>
        <p:spPr>
          <a:xfrm>
            <a:off x="5158651" y="3024659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</a:t>
            </a:r>
          </a:p>
        </p:txBody>
      </p:sp>
      <p:sp>
        <p:nvSpPr>
          <p:cNvPr id="486" name="TextBox 341">
            <a:extLst>
              <a:ext uri="{FF2B5EF4-FFF2-40B4-BE49-F238E27FC236}">
                <a16:creationId xmlns:a16="http://schemas.microsoft.com/office/drawing/2014/main" id="{FA3A76B1-AA26-0B9F-6A8F-278E8908C846}"/>
              </a:ext>
            </a:extLst>
          </p:cNvPr>
          <p:cNvSpPr txBox="1"/>
          <p:nvPr/>
        </p:nvSpPr>
        <p:spPr>
          <a:xfrm>
            <a:off x="5501551" y="3019896"/>
            <a:ext cx="377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</a:p>
        </p:txBody>
      </p:sp>
      <p:sp>
        <p:nvSpPr>
          <p:cNvPr id="487" name="TextBox 341">
            <a:extLst>
              <a:ext uri="{FF2B5EF4-FFF2-40B4-BE49-F238E27FC236}">
                <a16:creationId xmlns:a16="http://schemas.microsoft.com/office/drawing/2014/main" id="{BC8BFA5E-15EB-B391-AF2B-A3A523E718D7}"/>
              </a:ext>
            </a:extLst>
          </p:cNvPr>
          <p:cNvSpPr txBox="1"/>
          <p:nvPr/>
        </p:nvSpPr>
        <p:spPr>
          <a:xfrm>
            <a:off x="5782538" y="3024659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488" name="TextBox 341">
            <a:extLst>
              <a:ext uri="{FF2B5EF4-FFF2-40B4-BE49-F238E27FC236}">
                <a16:creationId xmlns:a16="http://schemas.microsoft.com/office/drawing/2014/main" id="{4504FB08-29FF-E1C5-7899-D2F377FE81C2}"/>
              </a:ext>
            </a:extLst>
          </p:cNvPr>
          <p:cNvSpPr txBox="1"/>
          <p:nvPr/>
        </p:nvSpPr>
        <p:spPr>
          <a:xfrm>
            <a:off x="6101625" y="3024659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</a:t>
            </a:r>
          </a:p>
        </p:txBody>
      </p:sp>
      <p:sp>
        <p:nvSpPr>
          <p:cNvPr id="489" name="TextBox 341">
            <a:extLst>
              <a:ext uri="{FF2B5EF4-FFF2-40B4-BE49-F238E27FC236}">
                <a16:creationId xmlns:a16="http://schemas.microsoft.com/office/drawing/2014/main" id="{C368A938-21CF-EC26-B5A0-2A56524E899E}"/>
              </a:ext>
            </a:extLst>
          </p:cNvPr>
          <p:cNvSpPr txBox="1"/>
          <p:nvPr/>
        </p:nvSpPr>
        <p:spPr>
          <a:xfrm>
            <a:off x="4639114" y="2445755"/>
            <a:ext cx="493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</p:txBody>
      </p:sp>
      <p:sp>
        <p:nvSpPr>
          <p:cNvPr id="490" name="TextBox 341">
            <a:extLst>
              <a:ext uri="{FF2B5EF4-FFF2-40B4-BE49-F238E27FC236}">
                <a16:creationId xmlns:a16="http://schemas.microsoft.com/office/drawing/2014/main" id="{6DBAE13D-3282-F6FF-331E-906448A1C8A8}"/>
              </a:ext>
            </a:extLst>
          </p:cNvPr>
          <p:cNvSpPr txBox="1"/>
          <p:nvPr/>
        </p:nvSpPr>
        <p:spPr>
          <a:xfrm>
            <a:off x="4653826" y="2252418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</a:p>
        </p:txBody>
      </p:sp>
      <p:sp>
        <p:nvSpPr>
          <p:cNvPr id="491" name="TextBox 341">
            <a:extLst>
              <a:ext uri="{FF2B5EF4-FFF2-40B4-BE49-F238E27FC236}">
                <a16:creationId xmlns:a16="http://schemas.microsoft.com/office/drawing/2014/main" id="{D58DB4B2-00C3-E536-5295-DCB62DB6FA78}"/>
              </a:ext>
            </a:extLst>
          </p:cNvPr>
          <p:cNvSpPr txBox="1"/>
          <p:nvPr/>
        </p:nvSpPr>
        <p:spPr>
          <a:xfrm>
            <a:off x="5134838" y="2338143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</a:t>
            </a:r>
          </a:p>
        </p:txBody>
      </p:sp>
      <p:sp>
        <p:nvSpPr>
          <p:cNvPr id="492" name="TextBox 341">
            <a:extLst>
              <a:ext uri="{FF2B5EF4-FFF2-40B4-BE49-F238E27FC236}">
                <a16:creationId xmlns:a16="http://schemas.microsoft.com/office/drawing/2014/main" id="{7340BAAE-198B-1D4B-5CEF-884843753327}"/>
              </a:ext>
            </a:extLst>
          </p:cNvPr>
          <p:cNvSpPr txBox="1"/>
          <p:nvPr/>
        </p:nvSpPr>
        <p:spPr>
          <a:xfrm>
            <a:off x="5472976" y="2347671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103</a:t>
            </a:r>
          </a:p>
        </p:txBody>
      </p:sp>
      <p:sp>
        <p:nvSpPr>
          <p:cNvPr id="493" name="TextBox 341">
            <a:extLst>
              <a:ext uri="{FF2B5EF4-FFF2-40B4-BE49-F238E27FC236}">
                <a16:creationId xmlns:a16="http://schemas.microsoft.com/office/drawing/2014/main" id="{9E34EE43-146D-DCF7-20F7-CE08C7D72B52}"/>
              </a:ext>
            </a:extLst>
          </p:cNvPr>
          <p:cNvSpPr txBox="1"/>
          <p:nvPr/>
        </p:nvSpPr>
        <p:spPr>
          <a:xfrm>
            <a:off x="5787301" y="2346802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104</a:t>
            </a:r>
          </a:p>
        </p:txBody>
      </p:sp>
      <p:sp>
        <p:nvSpPr>
          <p:cNvPr id="494" name="TextBox 341">
            <a:extLst>
              <a:ext uri="{FF2B5EF4-FFF2-40B4-BE49-F238E27FC236}">
                <a16:creationId xmlns:a16="http://schemas.microsoft.com/office/drawing/2014/main" id="{586079AE-A0E0-129D-4FAD-4374F40C4B40}"/>
              </a:ext>
            </a:extLst>
          </p:cNvPr>
          <p:cNvSpPr txBox="1"/>
          <p:nvPr/>
        </p:nvSpPr>
        <p:spPr>
          <a:xfrm>
            <a:off x="4639538" y="1914110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</p:txBody>
      </p:sp>
      <p:sp>
        <p:nvSpPr>
          <p:cNvPr id="495" name="TextBox 341">
            <a:extLst>
              <a:ext uri="{FF2B5EF4-FFF2-40B4-BE49-F238E27FC236}">
                <a16:creationId xmlns:a16="http://schemas.microsoft.com/office/drawing/2014/main" id="{FC24BC02-A615-2E81-B9F3-0D3D520983B0}"/>
              </a:ext>
            </a:extLst>
          </p:cNvPr>
          <p:cNvSpPr txBox="1"/>
          <p:nvPr/>
        </p:nvSpPr>
        <p:spPr>
          <a:xfrm>
            <a:off x="5163413" y="2024733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106</a:t>
            </a:r>
          </a:p>
        </p:txBody>
      </p:sp>
      <p:sp>
        <p:nvSpPr>
          <p:cNvPr id="496" name="TextBox 341">
            <a:extLst>
              <a:ext uri="{FF2B5EF4-FFF2-40B4-BE49-F238E27FC236}">
                <a16:creationId xmlns:a16="http://schemas.microsoft.com/office/drawing/2014/main" id="{55660F22-6B8A-7D15-4DA7-616BAB54FA1C}"/>
              </a:ext>
            </a:extLst>
          </p:cNvPr>
          <p:cNvSpPr txBox="1"/>
          <p:nvPr/>
        </p:nvSpPr>
        <p:spPr>
          <a:xfrm>
            <a:off x="5468213" y="2034258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107</a:t>
            </a:r>
          </a:p>
        </p:txBody>
      </p:sp>
      <p:sp>
        <p:nvSpPr>
          <p:cNvPr id="497" name="TextBox 341">
            <a:extLst>
              <a:ext uri="{FF2B5EF4-FFF2-40B4-BE49-F238E27FC236}">
                <a16:creationId xmlns:a16="http://schemas.microsoft.com/office/drawing/2014/main" id="{AF3EA6E0-B6C3-F9DC-0C02-B253D7D0CC29}"/>
              </a:ext>
            </a:extLst>
          </p:cNvPr>
          <p:cNvSpPr txBox="1"/>
          <p:nvPr/>
        </p:nvSpPr>
        <p:spPr>
          <a:xfrm>
            <a:off x="4644300" y="1628025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</a:p>
        </p:txBody>
      </p:sp>
      <p:sp>
        <p:nvSpPr>
          <p:cNvPr id="498" name="TextBox 341">
            <a:extLst>
              <a:ext uri="{FF2B5EF4-FFF2-40B4-BE49-F238E27FC236}">
                <a16:creationId xmlns:a16="http://schemas.microsoft.com/office/drawing/2014/main" id="{46C36180-C80D-61C8-698C-E21CE06612A5}"/>
              </a:ext>
            </a:extLst>
          </p:cNvPr>
          <p:cNvSpPr txBox="1"/>
          <p:nvPr/>
        </p:nvSpPr>
        <p:spPr>
          <a:xfrm>
            <a:off x="5382488" y="1478097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109</a:t>
            </a:r>
          </a:p>
        </p:txBody>
      </p:sp>
      <p:sp>
        <p:nvSpPr>
          <p:cNvPr id="499" name="TextBox 341">
            <a:extLst>
              <a:ext uri="{FF2B5EF4-FFF2-40B4-BE49-F238E27FC236}">
                <a16:creationId xmlns:a16="http://schemas.microsoft.com/office/drawing/2014/main" id="{F4A43829-2357-3FF8-A11D-2E19F78BE9F7}"/>
              </a:ext>
            </a:extLst>
          </p:cNvPr>
          <p:cNvSpPr txBox="1"/>
          <p:nvPr/>
        </p:nvSpPr>
        <p:spPr>
          <a:xfrm>
            <a:off x="6252353" y="1612613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</a:p>
        </p:txBody>
      </p:sp>
      <p:sp>
        <p:nvSpPr>
          <p:cNvPr id="500" name="TextBox 341">
            <a:extLst>
              <a:ext uri="{FF2B5EF4-FFF2-40B4-BE49-F238E27FC236}">
                <a16:creationId xmlns:a16="http://schemas.microsoft.com/office/drawing/2014/main" id="{95DB8ABE-F329-CBFF-0E25-50FDD504CF97}"/>
              </a:ext>
            </a:extLst>
          </p:cNvPr>
          <p:cNvSpPr txBox="1"/>
          <p:nvPr/>
        </p:nvSpPr>
        <p:spPr>
          <a:xfrm>
            <a:off x="6252353" y="1333770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</a:p>
        </p:txBody>
      </p:sp>
      <p:sp>
        <p:nvSpPr>
          <p:cNvPr id="501" name="TextBox 341">
            <a:extLst>
              <a:ext uri="{FF2B5EF4-FFF2-40B4-BE49-F238E27FC236}">
                <a16:creationId xmlns:a16="http://schemas.microsoft.com/office/drawing/2014/main" id="{F2885C1C-CD90-E46F-FFD1-B89120E3C759}"/>
              </a:ext>
            </a:extLst>
          </p:cNvPr>
          <p:cNvSpPr txBox="1"/>
          <p:nvPr/>
        </p:nvSpPr>
        <p:spPr>
          <a:xfrm>
            <a:off x="6252353" y="1856914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112</a:t>
            </a:r>
          </a:p>
        </p:txBody>
      </p:sp>
      <p:sp>
        <p:nvSpPr>
          <p:cNvPr id="502" name="TextBox 341">
            <a:extLst>
              <a:ext uri="{FF2B5EF4-FFF2-40B4-BE49-F238E27FC236}">
                <a16:creationId xmlns:a16="http://schemas.microsoft.com/office/drawing/2014/main" id="{4853DF68-241F-3916-5E6E-03AD024B80F5}"/>
              </a:ext>
            </a:extLst>
          </p:cNvPr>
          <p:cNvSpPr txBox="1"/>
          <p:nvPr/>
        </p:nvSpPr>
        <p:spPr>
          <a:xfrm>
            <a:off x="6252353" y="2092945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</a:p>
        </p:txBody>
      </p:sp>
      <p:sp>
        <p:nvSpPr>
          <p:cNvPr id="503" name="TextBox 341">
            <a:extLst>
              <a:ext uri="{FF2B5EF4-FFF2-40B4-BE49-F238E27FC236}">
                <a16:creationId xmlns:a16="http://schemas.microsoft.com/office/drawing/2014/main" id="{8A4ACD52-23EC-2A3A-30E6-74BF97639FC0}"/>
              </a:ext>
            </a:extLst>
          </p:cNvPr>
          <p:cNvSpPr txBox="1"/>
          <p:nvPr/>
        </p:nvSpPr>
        <p:spPr>
          <a:xfrm>
            <a:off x="6252353" y="2370931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</a:t>
            </a:r>
          </a:p>
        </p:txBody>
      </p:sp>
      <p:sp>
        <p:nvSpPr>
          <p:cNvPr id="504" name="TextBox 341">
            <a:extLst>
              <a:ext uri="{FF2B5EF4-FFF2-40B4-BE49-F238E27FC236}">
                <a16:creationId xmlns:a16="http://schemas.microsoft.com/office/drawing/2014/main" id="{EBC8A85F-6160-6FBF-085D-395402CCEBE5}"/>
              </a:ext>
            </a:extLst>
          </p:cNvPr>
          <p:cNvSpPr txBox="1"/>
          <p:nvPr/>
        </p:nvSpPr>
        <p:spPr>
          <a:xfrm>
            <a:off x="4641145" y="1321876"/>
            <a:ext cx="5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122</a:t>
            </a:r>
          </a:p>
        </p:txBody>
      </p:sp>
      <p:cxnSp>
        <p:nvCxnSpPr>
          <p:cNvPr id="505" name="Straight Connector 196">
            <a:extLst>
              <a:ext uri="{FF2B5EF4-FFF2-40B4-BE49-F238E27FC236}">
                <a16:creationId xmlns:a16="http://schemas.microsoft.com/office/drawing/2014/main" id="{FAD0516B-A9E4-7CE5-1682-DF48F8777324}"/>
              </a:ext>
            </a:extLst>
          </p:cNvPr>
          <p:cNvCxnSpPr>
            <a:cxnSpLocks/>
          </p:cNvCxnSpPr>
          <p:nvPr/>
        </p:nvCxnSpPr>
        <p:spPr>
          <a:xfrm>
            <a:off x="3907826" y="1282595"/>
            <a:ext cx="1165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248">
            <a:extLst>
              <a:ext uri="{FF2B5EF4-FFF2-40B4-BE49-F238E27FC236}">
                <a16:creationId xmlns:a16="http://schemas.microsoft.com/office/drawing/2014/main" id="{5CC8DB69-F074-5335-701A-91DEBABF5EB9}"/>
              </a:ext>
            </a:extLst>
          </p:cNvPr>
          <p:cNvCxnSpPr>
            <a:cxnSpLocks/>
            <a:endCxn id="418" idx="0"/>
          </p:cNvCxnSpPr>
          <p:nvPr/>
        </p:nvCxnSpPr>
        <p:spPr>
          <a:xfrm>
            <a:off x="5065741" y="1276683"/>
            <a:ext cx="1695" cy="186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7" name="图片 506">
            <a:extLst>
              <a:ext uri="{FF2B5EF4-FFF2-40B4-BE49-F238E27FC236}">
                <a16:creationId xmlns:a16="http://schemas.microsoft.com/office/drawing/2014/main" id="{717114F8-5D38-76A2-670D-840D4F897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136" y="1960807"/>
            <a:ext cx="324029" cy="324029"/>
          </a:xfrm>
          <a:prstGeom prst="rect">
            <a:avLst/>
          </a:prstGeom>
        </p:spPr>
      </p:pic>
      <p:sp>
        <p:nvSpPr>
          <p:cNvPr id="508" name="文本框 507">
            <a:extLst>
              <a:ext uri="{FF2B5EF4-FFF2-40B4-BE49-F238E27FC236}">
                <a16:creationId xmlns:a16="http://schemas.microsoft.com/office/drawing/2014/main" id="{03607901-2610-FDFE-638C-F56C096A5719}"/>
              </a:ext>
            </a:extLst>
          </p:cNvPr>
          <p:cNvSpPr txBox="1"/>
          <p:nvPr/>
        </p:nvSpPr>
        <p:spPr>
          <a:xfrm>
            <a:off x="752350" y="2007837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PV1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09" name="Straight Connector 238">
            <a:extLst>
              <a:ext uri="{FF2B5EF4-FFF2-40B4-BE49-F238E27FC236}">
                <a16:creationId xmlns:a16="http://schemas.microsoft.com/office/drawing/2014/main" id="{96CE9B24-9010-D3E3-9765-B110797E8A5F}"/>
              </a:ext>
            </a:extLst>
          </p:cNvPr>
          <p:cNvCxnSpPr>
            <a:cxnSpLocks/>
          </p:cNvCxnSpPr>
          <p:nvPr/>
        </p:nvCxnSpPr>
        <p:spPr>
          <a:xfrm>
            <a:off x="1474451" y="2200365"/>
            <a:ext cx="2145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0" name="图片 509">
            <a:extLst>
              <a:ext uri="{FF2B5EF4-FFF2-40B4-BE49-F238E27FC236}">
                <a16:creationId xmlns:a16="http://schemas.microsoft.com/office/drawing/2014/main" id="{293D1343-651E-A2DA-3B70-CB33DC1DC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40" y="2548247"/>
            <a:ext cx="307777" cy="307777"/>
          </a:xfrm>
          <a:prstGeom prst="rect">
            <a:avLst/>
          </a:prstGeom>
        </p:spPr>
      </p:pic>
      <p:sp>
        <p:nvSpPr>
          <p:cNvPr id="511" name="文本框 510">
            <a:extLst>
              <a:ext uri="{FF2B5EF4-FFF2-40B4-BE49-F238E27FC236}">
                <a16:creationId xmlns:a16="http://schemas.microsoft.com/office/drawing/2014/main" id="{6138E13F-A068-48E2-AEFF-9AE298C63BB2}"/>
              </a:ext>
            </a:extLst>
          </p:cNvPr>
          <p:cNvSpPr txBox="1"/>
          <p:nvPr/>
        </p:nvSpPr>
        <p:spPr>
          <a:xfrm>
            <a:off x="2779237" y="2801508"/>
            <a:ext cx="547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PV2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12" name="Straight Connector 238">
            <a:extLst>
              <a:ext uri="{FF2B5EF4-FFF2-40B4-BE49-F238E27FC236}">
                <a16:creationId xmlns:a16="http://schemas.microsoft.com/office/drawing/2014/main" id="{84A7584C-0413-4207-B4C5-061CD309FAA1}"/>
              </a:ext>
            </a:extLst>
          </p:cNvPr>
          <p:cNvCxnSpPr>
            <a:cxnSpLocks/>
            <a:stCxn id="510" idx="0"/>
          </p:cNvCxnSpPr>
          <p:nvPr/>
        </p:nvCxnSpPr>
        <p:spPr>
          <a:xfrm flipH="1" flipV="1">
            <a:off x="3039621" y="2303093"/>
            <a:ext cx="5108" cy="24515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3" name="图片 512">
            <a:extLst>
              <a:ext uri="{FF2B5EF4-FFF2-40B4-BE49-F238E27FC236}">
                <a16:creationId xmlns:a16="http://schemas.microsoft.com/office/drawing/2014/main" id="{325F53E6-4461-B989-B6FA-42893AAE7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096" y="1783007"/>
            <a:ext cx="324029" cy="324029"/>
          </a:xfrm>
          <a:prstGeom prst="rect">
            <a:avLst/>
          </a:prstGeom>
        </p:spPr>
      </p:pic>
      <p:sp>
        <p:nvSpPr>
          <p:cNvPr id="514" name="文本框 513">
            <a:extLst>
              <a:ext uri="{FF2B5EF4-FFF2-40B4-BE49-F238E27FC236}">
                <a16:creationId xmlns:a16="http://schemas.microsoft.com/office/drawing/2014/main" id="{D0CC1F0C-1B56-3F94-A2A1-A2BB35F1267A}"/>
              </a:ext>
            </a:extLst>
          </p:cNvPr>
          <p:cNvSpPr txBox="1"/>
          <p:nvPr/>
        </p:nvSpPr>
        <p:spPr>
          <a:xfrm>
            <a:off x="3794954" y="1852433"/>
            <a:ext cx="477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PV3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15" name="Straight Connector 238">
            <a:extLst>
              <a:ext uri="{FF2B5EF4-FFF2-40B4-BE49-F238E27FC236}">
                <a16:creationId xmlns:a16="http://schemas.microsoft.com/office/drawing/2014/main" id="{83EA0E74-E8B8-368C-49C4-85DFB9C86FAD}"/>
              </a:ext>
            </a:extLst>
          </p:cNvPr>
          <p:cNvCxnSpPr>
            <a:cxnSpLocks/>
          </p:cNvCxnSpPr>
          <p:nvPr/>
        </p:nvCxnSpPr>
        <p:spPr>
          <a:xfrm flipV="1">
            <a:off x="3264464" y="1986052"/>
            <a:ext cx="360684" cy="154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6" name="图片 515">
            <a:extLst>
              <a:ext uri="{FF2B5EF4-FFF2-40B4-BE49-F238E27FC236}">
                <a16:creationId xmlns:a16="http://schemas.microsoft.com/office/drawing/2014/main" id="{45047A39-4D3B-5ADD-FCEE-0F120981C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312" y="755142"/>
            <a:ext cx="324029" cy="324029"/>
          </a:xfrm>
          <a:prstGeom prst="rect">
            <a:avLst/>
          </a:prstGeom>
        </p:spPr>
      </p:pic>
      <p:cxnSp>
        <p:nvCxnSpPr>
          <p:cNvPr id="517" name="Straight Connector 238">
            <a:extLst>
              <a:ext uri="{FF2B5EF4-FFF2-40B4-BE49-F238E27FC236}">
                <a16:creationId xmlns:a16="http://schemas.microsoft.com/office/drawing/2014/main" id="{2E40D26E-AAB1-35DF-03B7-89D3E3C17EF8}"/>
              </a:ext>
            </a:extLst>
          </p:cNvPr>
          <p:cNvCxnSpPr>
            <a:cxnSpLocks/>
          </p:cNvCxnSpPr>
          <p:nvPr/>
        </p:nvCxnSpPr>
        <p:spPr>
          <a:xfrm>
            <a:off x="2677717" y="1003455"/>
            <a:ext cx="19687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文本框 517">
            <a:extLst>
              <a:ext uri="{FF2B5EF4-FFF2-40B4-BE49-F238E27FC236}">
                <a16:creationId xmlns:a16="http://schemas.microsoft.com/office/drawing/2014/main" id="{4C2F0E75-9BA4-6969-9317-1A378AACF3DD}"/>
              </a:ext>
            </a:extLst>
          </p:cNvPr>
          <p:cNvSpPr txBox="1"/>
          <p:nvPr/>
        </p:nvSpPr>
        <p:spPr>
          <a:xfrm>
            <a:off x="3008407" y="841440"/>
            <a:ext cx="477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PV4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19" name="图片 518">
            <a:extLst>
              <a:ext uri="{FF2B5EF4-FFF2-40B4-BE49-F238E27FC236}">
                <a16:creationId xmlns:a16="http://schemas.microsoft.com/office/drawing/2014/main" id="{4E2BB6D0-141C-2789-EFFA-10BAC3B7F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363" y="2808337"/>
            <a:ext cx="324029" cy="324029"/>
          </a:xfrm>
          <a:prstGeom prst="rect">
            <a:avLst/>
          </a:prstGeom>
        </p:spPr>
      </p:pic>
      <p:sp>
        <p:nvSpPr>
          <p:cNvPr id="520" name="文本框 519">
            <a:extLst>
              <a:ext uri="{FF2B5EF4-FFF2-40B4-BE49-F238E27FC236}">
                <a16:creationId xmlns:a16="http://schemas.microsoft.com/office/drawing/2014/main" id="{AAEF9FCE-23C5-F726-843E-DF09236AD9D4}"/>
              </a:ext>
            </a:extLst>
          </p:cNvPr>
          <p:cNvSpPr txBox="1"/>
          <p:nvPr/>
        </p:nvSpPr>
        <p:spPr>
          <a:xfrm>
            <a:off x="6696000" y="2878187"/>
            <a:ext cx="477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PV5</a:t>
            </a:r>
            <a:endParaRPr lang="zh-CN" altLang="en-US" sz="1200" dirty="0">
              <a:solidFill>
                <a:srgbClr val="00B05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21" name="Straight Connector 238">
            <a:extLst>
              <a:ext uri="{FF2B5EF4-FFF2-40B4-BE49-F238E27FC236}">
                <a16:creationId xmlns:a16="http://schemas.microsoft.com/office/drawing/2014/main" id="{385ADAE9-464E-BDAF-AA9D-77B76B0D96AF}"/>
              </a:ext>
            </a:extLst>
          </p:cNvPr>
          <p:cNvCxnSpPr>
            <a:cxnSpLocks/>
          </p:cNvCxnSpPr>
          <p:nvPr/>
        </p:nvCxnSpPr>
        <p:spPr>
          <a:xfrm>
            <a:off x="6329127" y="3009420"/>
            <a:ext cx="158974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2" name="图片 521">
            <a:extLst>
              <a:ext uri="{FF2B5EF4-FFF2-40B4-BE49-F238E27FC236}">
                <a16:creationId xmlns:a16="http://schemas.microsoft.com/office/drawing/2014/main" id="{73898082-6030-A52A-3FFA-CC7763DC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07" y="4803270"/>
            <a:ext cx="367775" cy="403531"/>
          </a:xfrm>
          <a:prstGeom prst="rect">
            <a:avLst/>
          </a:prstGeom>
        </p:spPr>
      </p:pic>
      <p:sp>
        <p:nvSpPr>
          <p:cNvPr id="523" name="文本框 522">
            <a:extLst>
              <a:ext uri="{FF2B5EF4-FFF2-40B4-BE49-F238E27FC236}">
                <a16:creationId xmlns:a16="http://schemas.microsoft.com/office/drawing/2014/main" id="{B9D6E758-47BA-83BB-40D3-94B14E1B3D78}"/>
              </a:ext>
            </a:extLst>
          </p:cNvPr>
          <p:cNvSpPr txBox="1"/>
          <p:nvPr/>
        </p:nvSpPr>
        <p:spPr>
          <a:xfrm>
            <a:off x="129415" y="4924392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WT1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24" name="Straight Connector 238">
            <a:extLst>
              <a:ext uri="{FF2B5EF4-FFF2-40B4-BE49-F238E27FC236}">
                <a16:creationId xmlns:a16="http://schemas.microsoft.com/office/drawing/2014/main" id="{7A8D144C-4D52-2661-D8CE-2EA455D8195E}"/>
              </a:ext>
            </a:extLst>
          </p:cNvPr>
          <p:cNvCxnSpPr>
            <a:cxnSpLocks/>
          </p:cNvCxnSpPr>
          <p:nvPr/>
        </p:nvCxnSpPr>
        <p:spPr>
          <a:xfrm>
            <a:off x="908670" y="5064825"/>
            <a:ext cx="251088" cy="0"/>
          </a:xfrm>
          <a:prstGeom prst="line">
            <a:avLst/>
          </a:prstGeom>
          <a:ln w="19050">
            <a:solidFill>
              <a:srgbClr val="3D8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238">
            <a:extLst>
              <a:ext uri="{FF2B5EF4-FFF2-40B4-BE49-F238E27FC236}">
                <a16:creationId xmlns:a16="http://schemas.microsoft.com/office/drawing/2014/main" id="{579CAB20-8498-0352-8791-CD912D1E1EB8}"/>
              </a:ext>
            </a:extLst>
          </p:cNvPr>
          <p:cNvCxnSpPr>
            <a:cxnSpLocks/>
          </p:cNvCxnSpPr>
          <p:nvPr/>
        </p:nvCxnSpPr>
        <p:spPr>
          <a:xfrm>
            <a:off x="3329453" y="1750125"/>
            <a:ext cx="251088" cy="0"/>
          </a:xfrm>
          <a:prstGeom prst="line">
            <a:avLst/>
          </a:prstGeom>
          <a:ln w="19050">
            <a:solidFill>
              <a:srgbClr val="3D8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6" name="图片 525">
            <a:extLst>
              <a:ext uri="{FF2B5EF4-FFF2-40B4-BE49-F238E27FC236}">
                <a16:creationId xmlns:a16="http://schemas.microsoft.com/office/drawing/2014/main" id="{160FF8D4-168D-3909-934D-701C521C9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943" y="1412058"/>
            <a:ext cx="361096" cy="396203"/>
          </a:xfrm>
          <a:prstGeom prst="rect">
            <a:avLst/>
          </a:prstGeom>
        </p:spPr>
      </p:pic>
      <p:sp>
        <p:nvSpPr>
          <p:cNvPr id="527" name="文本框 526">
            <a:extLst>
              <a:ext uri="{FF2B5EF4-FFF2-40B4-BE49-F238E27FC236}">
                <a16:creationId xmlns:a16="http://schemas.microsoft.com/office/drawing/2014/main" id="{3D0E0D22-AA39-4723-310B-4539458FB62E}"/>
              </a:ext>
            </a:extLst>
          </p:cNvPr>
          <p:cNvSpPr txBox="1"/>
          <p:nvPr/>
        </p:nvSpPr>
        <p:spPr>
          <a:xfrm>
            <a:off x="3775594" y="1495392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WT2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28" name="Straight Connector 238">
            <a:extLst>
              <a:ext uri="{FF2B5EF4-FFF2-40B4-BE49-F238E27FC236}">
                <a16:creationId xmlns:a16="http://schemas.microsoft.com/office/drawing/2014/main" id="{6E20FC44-1E7E-8AA5-EFCA-66428934D856}"/>
              </a:ext>
            </a:extLst>
          </p:cNvPr>
          <p:cNvCxnSpPr>
            <a:cxnSpLocks/>
          </p:cNvCxnSpPr>
          <p:nvPr/>
        </p:nvCxnSpPr>
        <p:spPr>
          <a:xfrm>
            <a:off x="2450300" y="3442994"/>
            <a:ext cx="251088" cy="0"/>
          </a:xfrm>
          <a:prstGeom prst="line">
            <a:avLst/>
          </a:prstGeom>
          <a:ln w="19050">
            <a:solidFill>
              <a:srgbClr val="3D8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9" name="图片 528">
            <a:extLst>
              <a:ext uri="{FF2B5EF4-FFF2-40B4-BE49-F238E27FC236}">
                <a16:creationId xmlns:a16="http://schemas.microsoft.com/office/drawing/2014/main" id="{20C0712E-C956-57BE-0AE0-60BEF0066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239" y="3240057"/>
            <a:ext cx="318170" cy="349104"/>
          </a:xfrm>
          <a:prstGeom prst="rect">
            <a:avLst/>
          </a:prstGeom>
        </p:spPr>
      </p:pic>
      <p:sp>
        <p:nvSpPr>
          <p:cNvPr id="530" name="文本框 529">
            <a:extLst>
              <a:ext uri="{FF2B5EF4-FFF2-40B4-BE49-F238E27FC236}">
                <a16:creationId xmlns:a16="http://schemas.microsoft.com/office/drawing/2014/main" id="{9AA8D38F-9DFB-9D31-DFD1-DEBCC87ED231}"/>
              </a:ext>
            </a:extLst>
          </p:cNvPr>
          <p:cNvSpPr txBox="1"/>
          <p:nvPr/>
        </p:nvSpPr>
        <p:spPr>
          <a:xfrm>
            <a:off x="2087476" y="3531910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WT3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31" name="Straight Connector 238">
            <a:extLst>
              <a:ext uri="{FF2B5EF4-FFF2-40B4-BE49-F238E27FC236}">
                <a16:creationId xmlns:a16="http://schemas.microsoft.com/office/drawing/2014/main" id="{BF41C5EF-5B27-8EC4-E351-4788E02E905A}"/>
              </a:ext>
            </a:extLst>
          </p:cNvPr>
          <p:cNvCxnSpPr>
            <a:cxnSpLocks/>
          </p:cNvCxnSpPr>
          <p:nvPr/>
        </p:nvCxnSpPr>
        <p:spPr>
          <a:xfrm>
            <a:off x="6015098" y="3890446"/>
            <a:ext cx="251088" cy="0"/>
          </a:xfrm>
          <a:prstGeom prst="line">
            <a:avLst/>
          </a:prstGeom>
          <a:ln w="19050">
            <a:solidFill>
              <a:srgbClr val="3D8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2" name="图片 531">
            <a:extLst>
              <a:ext uri="{FF2B5EF4-FFF2-40B4-BE49-F238E27FC236}">
                <a16:creationId xmlns:a16="http://schemas.microsoft.com/office/drawing/2014/main" id="{6A2D1937-5619-88B7-E9C6-E25A02D89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773" y="3687710"/>
            <a:ext cx="367775" cy="403531"/>
          </a:xfrm>
          <a:prstGeom prst="rect">
            <a:avLst/>
          </a:prstGeom>
        </p:spPr>
      </p:pic>
      <p:sp>
        <p:nvSpPr>
          <p:cNvPr id="533" name="文本框 532">
            <a:extLst>
              <a:ext uri="{FF2B5EF4-FFF2-40B4-BE49-F238E27FC236}">
                <a16:creationId xmlns:a16="http://schemas.microsoft.com/office/drawing/2014/main" id="{BA234DCD-FA4E-68D1-AABE-A2D92989AC2C}"/>
              </a:ext>
            </a:extLst>
          </p:cNvPr>
          <p:cNvSpPr txBox="1"/>
          <p:nvPr/>
        </p:nvSpPr>
        <p:spPr>
          <a:xfrm>
            <a:off x="6443700" y="3775463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WT4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34" name="Straight Connector 238">
            <a:extLst>
              <a:ext uri="{FF2B5EF4-FFF2-40B4-BE49-F238E27FC236}">
                <a16:creationId xmlns:a16="http://schemas.microsoft.com/office/drawing/2014/main" id="{B8B86BB8-0362-0DBA-00B2-A8EC422FF1C2}"/>
              </a:ext>
            </a:extLst>
          </p:cNvPr>
          <p:cNvCxnSpPr>
            <a:cxnSpLocks/>
          </p:cNvCxnSpPr>
          <p:nvPr/>
        </p:nvCxnSpPr>
        <p:spPr>
          <a:xfrm>
            <a:off x="6072248" y="5389372"/>
            <a:ext cx="0" cy="233553"/>
          </a:xfrm>
          <a:prstGeom prst="line">
            <a:avLst/>
          </a:prstGeom>
          <a:ln w="19050">
            <a:solidFill>
              <a:srgbClr val="3D8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5" name="图片 534">
            <a:extLst>
              <a:ext uri="{FF2B5EF4-FFF2-40B4-BE49-F238E27FC236}">
                <a16:creationId xmlns:a16="http://schemas.microsoft.com/office/drawing/2014/main" id="{DDC71DEF-C985-A3A4-C001-E4D3D6301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360" y="5636556"/>
            <a:ext cx="367775" cy="403531"/>
          </a:xfrm>
          <a:prstGeom prst="rect">
            <a:avLst/>
          </a:prstGeom>
        </p:spPr>
      </p:pic>
      <p:sp>
        <p:nvSpPr>
          <p:cNvPr id="536" name="文本框 535">
            <a:extLst>
              <a:ext uri="{FF2B5EF4-FFF2-40B4-BE49-F238E27FC236}">
                <a16:creationId xmlns:a16="http://schemas.microsoft.com/office/drawing/2014/main" id="{CDE1CD87-92DD-7C28-79AB-D9D57005CD17}"/>
              </a:ext>
            </a:extLst>
          </p:cNvPr>
          <p:cNvSpPr txBox="1"/>
          <p:nvPr/>
        </p:nvSpPr>
        <p:spPr>
          <a:xfrm>
            <a:off x="6100731" y="5699822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D89BD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WT5</a:t>
            </a:r>
            <a:endParaRPr lang="zh-CN" altLang="en-US" sz="1200" dirty="0">
              <a:solidFill>
                <a:srgbClr val="3D89BD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37" name="图片 536">
            <a:extLst>
              <a:ext uri="{FF2B5EF4-FFF2-40B4-BE49-F238E27FC236}">
                <a16:creationId xmlns:a16="http://schemas.microsoft.com/office/drawing/2014/main" id="{AC319428-5426-9338-CB06-21DC14714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17" y="2369749"/>
            <a:ext cx="353673" cy="353673"/>
          </a:xfrm>
          <a:prstGeom prst="rect">
            <a:avLst/>
          </a:prstGeom>
        </p:spPr>
      </p:pic>
      <p:cxnSp>
        <p:nvCxnSpPr>
          <p:cNvPr id="538" name="Straight Connector 238">
            <a:extLst>
              <a:ext uri="{FF2B5EF4-FFF2-40B4-BE49-F238E27FC236}">
                <a16:creationId xmlns:a16="http://schemas.microsoft.com/office/drawing/2014/main" id="{F987B81B-773C-7F3D-875B-116D971BDF8E}"/>
              </a:ext>
            </a:extLst>
          </p:cNvPr>
          <p:cNvCxnSpPr>
            <a:cxnSpLocks/>
          </p:cNvCxnSpPr>
          <p:nvPr/>
        </p:nvCxnSpPr>
        <p:spPr>
          <a:xfrm>
            <a:off x="1305217" y="2546586"/>
            <a:ext cx="214500" cy="0"/>
          </a:xfrm>
          <a:prstGeom prst="line">
            <a:avLst/>
          </a:prstGeom>
          <a:ln w="19050">
            <a:solidFill>
              <a:srgbClr val="FF90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文本框 538">
            <a:extLst>
              <a:ext uri="{FF2B5EF4-FFF2-40B4-BE49-F238E27FC236}">
                <a16:creationId xmlns:a16="http://schemas.microsoft.com/office/drawing/2014/main" id="{42400CDE-CCB5-614A-84C1-93453D91220A}"/>
              </a:ext>
            </a:extLst>
          </p:cNvPr>
          <p:cNvSpPr txBox="1"/>
          <p:nvPr/>
        </p:nvSpPr>
        <p:spPr>
          <a:xfrm>
            <a:off x="506379" y="2408086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902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DG1</a:t>
            </a:r>
            <a:endParaRPr lang="zh-CN" altLang="en-US" sz="1200" dirty="0">
              <a:solidFill>
                <a:srgbClr val="FF902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40" name="图片 539">
            <a:extLst>
              <a:ext uri="{FF2B5EF4-FFF2-40B4-BE49-F238E27FC236}">
                <a16:creationId xmlns:a16="http://schemas.microsoft.com/office/drawing/2014/main" id="{D10CC440-4369-33C4-3E2D-19A1B69F0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753" y="1674424"/>
            <a:ext cx="353673" cy="353673"/>
          </a:xfrm>
          <a:prstGeom prst="rect">
            <a:avLst/>
          </a:prstGeom>
        </p:spPr>
      </p:pic>
      <p:cxnSp>
        <p:nvCxnSpPr>
          <p:cNvPr id="541" name="Straight Connector 238">
            <a:extLst>
              <a:ext uri="{FF2B5EF4-FFF2-40B4-BE49-F238E27FC236}">
                <a16:creationId xmlns:a16="http://schemas.microsoft.com/office/drawing/2014/main" id="{54BB2E34-265C-C728-EC58-76D73DE4439A}"/>
              </a:ext>
            </a:extLst>
          </p:cNvPr>
          <p:cNvCxnSpPr>
            <a:cxnSpLocks/>
          </p:cNvCxnSpPr>
          <p:nvPr/>
        </p:nvCxnSpPr>
        <p:spPr>
          <a:xfrm>
            <a:off x="1468109" y="1917936"/>
            <a:ext cx="214500" cy="0"/>
          </a:xfrm>
          <a:prstGeom prst="line">
            <a:avLst/>
          </a:prstGeom>
          <a:ln w="19050">
            <a:solidFill>
              <a:srgbClr val="FF90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文本框 541">
            <a:extLst>
              <a:ext uri="{FF2B5EF4-FFF2-40B4-BE49-F238E27FC236}">
                <a16:creationId xmlns:a16="http://schemas.microsoft.com/office/drawing/2014/main" id="{21C772F8-3B2C-6953-DBC4-DAE02FF753BE}"/>
              </a:ext>
            </a:extLst>
          </p:cNvPr>
          <p:cNvSpPr txBox="1"/>
          <p:nvPr/>
        </p:nvSpPr>
        <p:spPr>
          <a:xfrm>
            <a:off x="670639" y="1741336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902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DG2</a:t>
            </a:r>
            <a:endParaRPr lang="zh-CN" altLang="en-US" sz="1200" dirty="0">
              <a:solidFill>
                <a:srgbClr val="FF902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43" name="图片 542">
            <a:extLst>
              <a:ext uri="{FF2B5EF4-FFF2-40B4-BE49-F238E27FC236}">
                <a16:creationId xmlns:a16="http://schemas.microsoft.com/office/drawing/2014/main" id="{801E9FD9-16C0-B632-4C50-4FE6EBE8C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737" y="4136057"/>
            <a:ext cx="353673" cy="353673"/>
          </a:xfrm>
          <a:prstGeom prst="rect">
            <a:avLst/>
          </a:prstGeom>
        </p:spPr>
      </p:pic>
      <p:cxnSp>
        <p:nvCxnSpPr>
          <p:cNvPr id="544" name="Straight Connector 238">
            <a:extLst>
              <a:ext uri="{FF2B5EF4-FFF2-40B4-BE49-F238E27FC236}">
                <a16:creationId xmlns:a16="http://schemas.microsoft.com/office/drawing/2014/main" id="{F584180E-79AA-EB2C-CFD8-A3002DB7005E}"/>
              </a:ext>
            </a:extLst>
          </p:cNvPr>
          <p:cNvCxnSpPr>
            <a:cxnSpLocks/>
          </p:cNvCxnSpPr>
          <p:nvPr/>
        </p:nvCxnSpPr>
        <p:spPr>
          <a:xfrm flipV="1">
            <a:off x="4004286" y="3891134"/>
            <a:ext cx="0" cy="307777"/>
          </a:xfrm>
          <a:prstGeom prst="line">
            <a:avLst/>
          </a:prstGeom>
          <a:ln w="19050">
            <a:solidFill>
              <a:srgbClr val="FF90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文本框 544">
            <a:extLst>
              <a:ext uri="{FF2B5EF4-FFF2-40B4-BE49-F238E27FC236}">
                <a16:creationId xmlns:a16="http://schemas.microsoft.com/office/drawing/2014/main" id="{F6911A46-5C5C-7D86-44AD-818E30FA2C24}"/>
              </a:ext>
            </a:extLst>
          </p:cNvPr>
          <p:cNvSpPr txBox="1"/>
          <p:nvPr/>
        </p:nvSpPr>
        <p:spPr>
          <a:xfrm>
            <a:off x="4143943" y="4195337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902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DG3</a:t>
            </a:r>
            <a:endParaRPr lang="zh-CN" altLang="en-US" sz="1200" dirty="0">
              <a:solidFill>
                <a:srgbClr val="FF902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46" name="图片 545">
            <a:extLst>
              <a:ext uri="{FF2B5EF4-FFF2-40B4-BE49-F238E27FC236}">
                <a16:creationId xmlns:a16="http://schemas.microsoft.com/office/drawing/2014/main" id="{B1CDF3E6-CCEA-F0CE-FA59-3232890C9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02" y="4250836"/>
            <a:ext cx="353673" cy="353673"/>
          </a:xfrm>
          <a:prstGeom prst="rect">
            <a:avLst/>
          </a:prstGeom>
        </p:spPr>
      </p:pic>
      <p:sp>
        <p:nvSpPr>
          <p:cNvPr id="547" name="文本框 546">
            <a:extLst>
              <a:ext uri="{FF2B5EF4-FFF2-40B4-BE49-F238E27FC236}">
                <a16:creationId xmlns:a16="http://schemas.microsoft.com/office/drawing/2014/main" id="{8787FA20-F0D7-FF5D-9BEA-76937D871834}"/>
              </a:ext>
            </a:extLst>
          </p:cNvPr>
          <p:cNvSpPr txBox="1"/>
          <p:nvPr/>
        </p:nvSpPr>
        <p:spPr>
          <a:xfrm>
            <a:off x="2933397" y="4317717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902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DG4</a:t>
            </a:r>
            <a:endParaRPr lang="zh-CN" altLang="en-US" sz="1200" dirty="0">
              <a:solidFill>
                <a:srgbClr val="FF902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8" name="文本框 547">
            <a:extLst>
              <a:ext uri="{FF2B5EF4-FFF2-40B4-BE49-F238E27FC236}">
                <a16:creationId xmlns:a16="http://schemas.microsoft.com/office/drawing/2014/main" id="{23D74CFC-32FA-FC76-CEE3-CE9AFA07B6CF}"/>
              </a:ext>
            </a:extLst>
          </p:cNvPr>
          <p:cNvSpPr txBox="1"/>
          <p:nvPr/>
        </p:nvSpPr>
        <p:spPr>
          <a:xfrm>
            <a:off x="6956705" y="2332697"/>
            <a:ext cx="514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902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DG5</a:t>
            </a:r>
            <a:endParaRPr lang="zh-CN" altLang="en-US" sz="1200" dirty="0">
              <a:solidFill>
                <a:srgbClr val="FF902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49" name="图片 548">
            <a:extLst>
              <a:ext uri="{FF2B5EF4-FFF2-40B4-BE49-F238E27FC236}">
                <a16:creationId xmlns:a16="http://schemas.microsoft.com/office/drawing/2014/main" id="{219387DF-C983-79C9-B179-A2C6CBB1F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937" y="2284836"/>
            <a:ext cx="353673" cy="353673"/>
          </a:xfrm>
          <a:prstGeom prst="rect">
            <a:avLst/>
          </a:prstGeom>
        </p:spPr>
      </p:pic>
      <p:cxnSp>
        <p:nvCxnSpPr>
          <p:cNvPr id="550" name="Straight Connector 238">
            <a:extLst>
              <a:ext uri="{FF2B5EF4-FFF2-40B4-BE49-F238E27FC236}">
                <a16:creationId xmlns:a16="http://schemas.microsoft.com/office/drawing/2014/main" id="{BA9F2C86-D555-BC55-26AB-6B68AAE8B61A}"/>
              </a:ext>
            </a:extLst>
          </p:cNvPr>
          <p:cNvCxnSpPr>
            <a:cxnSpLocks/>
            <a:stCxn id="273" idx="2"/>
            <a:endCxn id="546" idx="3"/>
          </p:cNvCxnSpPr>
          <p:nvPr/>
        </p:nvCxnSpPr>
        <p:spPr>
          <a:xfrm flipH="1" flipV="1">
            <a:off x="3738575" y="4427673"/>
            <a:ext cx="132418" cy="451731"/>
          </a:xfrm>
          <a:prstGeom prst="line">
            <a:avLst/>
          </a:prstGeom>
          <a:ln w="19050">
            <a:solidFill>
              <a:srgbClr val="FF90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238">
            <a:extLst>
              <a:ext uri="{FF2B5EF4-FFF2-40B4-BE49-F238E27FC236}">
                <a16:creationId xmlns:a16="http://schemas.microsoft.com/office/drawing/2014/main" id="{930458E1-D2FF-F561-C59E-FB63135275BD}"/>
              </a:ext>
            </a:extLst>
          </p:cNvPr>
          <p:cNvCxnSpPr>
            <a:cxnSpLocks/>
          </p:cNvCxnSpPr>
          <p:nvPr/>
        </p:nvCxnSpPr>
        <p:spPr>
          <a:xfrm>
            <a:off x="6329127" y="2432286"/>
            <a:ext cx="214500" cy="0"/>
          </a:xfrm>
          <a:prstGeom prst="line">
            <a:avLst/>
          </a:prstGeom>
          <a:ln w="19050">
            <a:solidFill>
              <a:srgbClr val="FF90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文本框 552">
            <a:extLst>
              <a:ext uri="{FF2B5EF4-FFF2-40B4-BE49-F238E27FC236}">
                <a16:creationId xmlns:a16="http://schemas.microsoft.com/office/drawing/2014/main" id="{048E98BD-DCF4-F45D-6BB4-DCDDB2E2724B}"/>
              </a:ext>
            </a:extLst>
          </p:cNvPr>
          <p:cNvSpPr txBox="1"/>
          <p:nvPr/>
        </p:nvSpPr>
        <p:spPr>
          <a:xfrm>
            <a:off x="318624" y="122571"/>
            <a:ext cx="24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123-bus system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19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1142</TotalTime>
  <Words>191</Words>
  <Application>Microsoft Office PowerPoint</Application>
  <PresentationFormat>自定义</PresentationFormat>
  <Paragraphs>187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蒙 杨</dc:creator>
  <cp:lastModifiedBy>蒙 杨</cp:lastModifiedBy>
  <cp:revision>3</cp:revision>
  <dcterms:created xsi:type="dcterms:W3CDTF">2026-04-01T11:54:15Z</dcterms:created>
  <dcterms:modified xsi:type="dcterms:W3CDTF">2026-09-12T14:09:00Z</dcterms:modified>
</cp:coreProperties>
</file>